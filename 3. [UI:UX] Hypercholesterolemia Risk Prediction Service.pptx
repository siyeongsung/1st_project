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0"/>
  </p:notesMasterIdLst>
  <p:sldIdLst>
    <p:sldId id="261" r:id="rId2"/>
    <p:sldId id="307" r:id="rId3"/>
    <p:sldId id="297" r:id="rId4"/>
    <p:sldId id="300" r:id="rId5"/>
    <p:sldId id="299" r:id="rId6"/>
    <p:sldId id="301" r:id="rId7"/>
    <p:sldId id="308" r:id="rId8"/>
    <p:sldId id="305" r:id="rId9"/>
  </p:sldIdLst>
  <p:sldSz cx="12192000" cy="6858000"/>
  <p:notesSz cx="6858000" cy="9144000"/>
  <p:defaultTextStyle>
    <a:defPPr>
      <a:defRPr lang="ko-KR"/>
    </a:defPPr>
    <a:lvl1pPr marL="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11"/>
    <p:restoredTop sz="94694"/>
  </p:normalViewPr>
  <p:slideViewPr>
    <p:cSldViewPr snapToGrid="0">
      <p:cViewPr varScale="1">
        <p:scale>
          <a:sx n="121" d="100"/>
          <a:sy n="121" d="100"/>
        </p:scale>
        <p:origin x="744" y="17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viewProps" Target="view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presProps" Target="presProps.xml"/><Relationship Id="rId5" Type="http://schemas.openxmlformats.org/officeDocument/2006/relationships/slide" Target="slides/slide4.xml"/><Relationship Id="rId10" Type="http://schemas.openxmlformats.org/officeDocument/2006/relationships/notesMaster" Target="notesMasters/notesMaster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머리글 개체 틀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kumimoji="1" lang="ko-KR" altLang="en-US"/>
          </a:p>
        </p:txBody>
      </p:sp>
      <p:sp>
        <p:nvSpPr>
          <p:cNvPr id="3" name="날짜 개체 틀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3DBE2839-6E82-524A-AF14-6F8B9A2A22FC}" type="datetimeFigureOut">
              <a:rPr kumimoji="1" lang="ko-KR" altLang="en-US" smtClean="0"/>
              <a:t>2026. 3. 20.</a:t>
            </a:fld>
            <a:endParaRPr kumimoji="1" lang="ko-KR" altLang="en-US"/>
          </a:p>
        </p:txBody>
      </p:sp>
      <p:sp>
        <p:nvSpPr>
          <p:cNvPr id="4" name="슬라이드 이미지 개체 틀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ko-KR" altLang="en-US"/>
          </a:p>
        </p:txBody>
      </p:sp>
      <p:sp>
        <p:nvSpPr>
          <p:cNvPr id="5" name="슬라이드 노트 개체 틀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kumimoji="1" lang="ko-KR" altLang="en-US"/>
              <a:t>마스터 텍스트 스타일을 편집하려면 클릭</a:t>
            </a:r>
          </a:p>
          <a:p>
            <a:pPr lvl="1"/>
            <a:r>
              <a:rPr kumimoji="1" lang="ko-KR" altLang="en-US"/>
              <a:t>두 번째 수준</a:t>
            </a:r>
          </a:p>
          <a:p>
            <a:pPr lvl="2"/>
            <a:r>
              <a:rPr kumimoji="1" lang="ko-KR" altLang="en-US"/>
              <a:t>세 번째 수준</a:t>
            </a:r>
          </a:p>
          <a:p>
            <a:pPr lvl="3"/>
            <a:r>
              <a:rPr kumimoji="1" lang="ko-KR" altLang="en-US"/>
              <a:t>네 번째 수준</a:t>
            </a:r>
          </a:p>
          <a:p>
            <a:pPr lvl="4"/>
            <a:r>
              <a:rPr kumimoji="1" lang="ko-KR" altLang="en-US"/>
              <a:t>다섯 번째 수준</a:t>
            </a:r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kumimoji="1"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8ED123A-3837-F24F-A8F7-B4D01EB0995B}" type="slidenum">
              <a:rPr kumimoji="1" lang="ko-KR" altLang="en-US" smtClean="0"/>
              <a:t>‹#›</a:t>
            </a:fld>
            <a:endParaRPr kumimoji="1" lang="ko-KR" altLang="en-US"/>
          </a:p>
        </p:txBody>
      </p:sp>
    </p:spTree>
    <p:extLst>
      <p:ext uri="{BB962C8B-B14F-4D97-AF65-F5344CB8AC3E}">
        <p14:creationId xmlns:p14="http://schemas.microsoft.com/office/powerpoint/2010/main" val="1921667198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AFA9687-BC11-3822-86B6-11E6A6FE046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D21467CF-8562-E896-8DF6-26F6E56021F5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46714EB4-7ABC-0D38-BB8F-F06D503E4D2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kumimoji="1"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7ACBBE50-CAA4-E991-CF47-6D1E9960A589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C93543B-5911-8540-8F46-6D4FBCA13325}" type="slidenum">
              <a:rPr kumimoji="1" lang="ko-KR" altLang="en-US" smtClean="0"/>
              <a:t>2</a:t>
            </a:fld>
            <a:endParaRPr kumimoji="1" lang="ko-KR" altLang="en-US"/>
          </a:p>
        </p:txBody>
      </p:sp>
    </p:spTree>
    <p:extLst>
      <p:ext uri="{BB962C8B-B14F-4D97-AF65-F5344CB8AC3E}">
        <p14:creationId xmlns:p14="http://schemas.microsoft.com/office/powerpoint/2010/main" val="412618477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8213CCD-0F83-E777-856A-A3F68A48A8A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3D023DD2-D278-E97A-D015-A8B0242B381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0AEBF7DB-D2F1-34E0-772B-E54C85BA256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kumimoji="1"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D5DBA212-484D-82E1-4B96-89012F112764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C93543B-5911-8540-8F46-6D4FBCA13325}" type="slidenum">
              <a:rPr kumimoji="1" lang="ko-KR" altLang="en-US" smtClean="0"/>
              <a:t>3</a:t>
            </a:fld>
            <a:endParaRPr kumimoji="1" lang="ko-KR" altLang="en-US"/>
          </a:p>
        </p:txBody>
      </p:sp>
    </p:spTree>
    <p:extLst>
      <p:ext uri="{BB962C8B-B14F-4D97-AF65-F5344CB8AC3E}">
        <p14:creationId xmlns:p14="http://schemas.microsoft.com/office/powerpoint/2010/main" val="1135675109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43863C2-DAB8-2303-1499-32A430217A2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A8953FEF-EB7D-D468-F2E1-92BE703F1F1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3CF4CF1B-7C66-78E9-3C13-FA8C13A1609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kumimoji="1"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BCCA7F98-F186-72E9-AED9-C40F3B007F2D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C93543B-5911-8540-8F46-6D4FBCA13325}" type="slidenum">
              <a:rPr kumimoji="1" lang="ko-KR" altLang="en-US" smtClean="0"/>
              <a:t>4</a:t>
            </a:fld>
            <a:endParaRPr kumimoji="1" lang="ko-KR" altLang="en-US"/>
          </a:p>
        </p:txBody>
      </p:sp>
    </p:spTree>
    <p:extLst>
      <p:ext uri="{BB962C8B-B14F-4D97-AF65-F5344CB8AC3E}">
        <p14:creationId xmlns:p14="http://schemas.microsoft.com/office/powerpoint/2010/main" val="2412435932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DEF5685-1682-D799-47E7-DBE930F3985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CCC20D0C-AEC2-6F85-C01D-AADB61F26698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3DA6714E-0CE8-4933-A44A-C840EB654E1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kumimoji="1"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24F659F0-9B55-216B-3481-6F0C5F35AA68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C93543B-5911-8540-8F46-6D4FBCA13325}" type="slidenum">
              <a:rPr kumimoji="1" lang="ko-KR" altLang="en-US" smtClean="0"/>
              <a:t>5</a:t>
            </a:fld>
            <a:endParaRPr kumimoji="1" lang="ko-KR" altLang="en-US"/>
          </a:p>
        </p:txBody>
      </p:sp>
    </p:spTree>
    <p:extLst>
      <p:ext uri="{BB962C8B-B14F-4D97-AF65-F5344CB8AC3E}">
        <p14:creationId xmlns:p14="http://schemas.microsoft.com/office/powerpoint/2010/main" val="3414162366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FA4DC28-90A5-D78D-A458-82B79F441CD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0AE29F6F-E495-7941-7714-FE16F41CDE78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30A6706B-F69E-3069-3FBB-D16DA0A22E0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kumimoji="1"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8A7B6EFB-DC6A-41C8-B732-AB1F9B4CD19C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C93543B-5911-8540-8F46-6D4FBCA13325}" type="slidenum">
              <a:rPr kumimoji="1" lang="ko-KR" altLang="en-US" smtClean="0"/>
              <a:t>6</a:t>
            </a:fld>
            <a:endParaRPr kumimoji="1" lang="ko-KR" altLang="en-US"/>
          </a:p>
        </p:txBody>
      </p:sp>
    </p:spTree>
    <p:extLst>
      <p:ext uri="{BB962C8B-B14F-4D97-AF65-F5344CB8AC3E}">
        <p14:creationId xmlns:p14="http://schemas.microsoft.com/office/powerpoint/2010/main" val="403741927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BF9FB0C-55C6-5302-AC10-3FC7EB59803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7F3DBD4C-D0A1-9B32-1BC9-ECA456C26D0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62B50CB2-1C27-03EA-A841-DA02AC0F1C5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kumimoji="1"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90AA5435-2B81-4483-A187-BDA0BB959ED2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C93543B-5911-8540-8F46-6D4FBCA13325}" type="slidenum">
              <a:rPr kumimoji="1" lang="ko-KR" altLang="en-US" smtClean="0"/>
              <a:t>7</a:t>
            </a:fld>
            <a:endParaRPr kumimoji="1" lang="ko-KR" altLang="en-US"/>
          </a:p>
        </p:txBody>
      </p:sp>
    </p:spTree>
    <p:extLst>
      <p:ext uri="{BB962C8B-B14F-4D97-AF65-F5344CB8AC3E}">
        <p14:creationId xmlns:p14="http://schemas.microsoft.com/office/powerpoint/2010/main" val="3038802532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8ADDE18-F9B2-964A-5E58-96AEF1B8370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0DB6304A-8BCB-8131-25DA-70D678A217E0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A8AA9244-F457-968F-D505-EEFB19A0CC5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kumimoji="1"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53800D0E-3508-85D3-A638-A9E97746B76C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C93543B-5911-8540-8F46-6D4FBCA13325}" type="slidenum">
              <a:rPr kumimoji="1" lang="ko-KR" altLang="en-US" smtClean="0"/>
              <a:t>8</a:t>
            </a:fld>
            <a:endParaRPr kumimoji="1" lang="ko-KR" altLang="en-US"/>
          </a:p>
        </p:txBody>
      </p:sp>
    </p:spTree>
    <p:extLst>
      <p:ext uri="{BB962C8B-B14F-4D97-AF65-F5344CB8AC3E}">
        <p14:creationId xmlns:p14="http://schemas.microsoft.com/office/powerpoint/2010/main" val="3873783058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A354ABC6-7097-7F13-33A2-A24E4CB698C3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kumimoji="1" lang="ko-KR" altLang="en-US"/>
              <a:t>마스터 제목 스타일 편집</a:t>
            </a:r>
          </a:p>
        </p:txBody>
      </p:sp>
      <p:sp>
        <p:nvSpPr>
          <p:cNvPr id="3" name="부제목 2">
            <a:extLst>
              <a:ext uri="{FF2B5EF4-FFF2-40B4-BE49-F238E27FC236}">
                <a16:creationId xmlns:a16="http://schemas.microsoft.com/office/drawing/2014/main" id="{F2C6398E-150A-EE60-1346-3208E464BBF9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kumimoji="1" lang="ko-KR" altLang="en-US"/>
              <a:t>클릭하여 마스터 부제목 스타일 편집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FAD0AD98-235D-178B-3118-1931FCB2E2D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A474E8E-AA64-0741-9F7E-7645C7D69728}" type="datetimeFigureOut">
              <a:rPr kumimoji="1" lang="ko-KR" altLang="en-US" smtClean="0"/>
              <a:t>2026. 3. 20.</a:t>
            </a:fld>
            <a:endParaRPr kumimoji="1"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1056C31C-0F20-277F-10FB-518404CB6C4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27CF8E66-6450-0925-241C-4D640B08720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A3EE7EE-68C6-B244-B97F-0EFF9DC6476E}" type="slidenum">
              <a:rPr kumimoji="1" lang="ko-KR" altLang="en-US" smtClean="0"/>
              <a:t>‹#›</a:t>
            </a:fld>
            <a:endParaRPr kumimoji="1" lang="ko-KR" altLang="en-US"/>
          </a:p>
        </p:txBody>
      </p:sp>
    </p:spTree>
    <p:extLst>
      <p:ext uri="{BB962C8B-B14F-4D97-AF65-F5344CB8AC3E}">
        <p14:creationId xmlns:p14="http://schemas.microsoft.com/office/powerpoint/2010/main" val="3547729346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C86CAF3A-2295-A44E-09C8-0110B1EA664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9891FF05-8AF9-1498-324B-F868219F014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kumimoji="1" lang="ko-KR" altLang="en-US"/>
              <a:t>마스터 텍스트 스타일을 편집하려면 클릭</a:t>
            </a:r>
          </a:p>
          <a:p>
            <a:pPr lvl="1"/>
            <a:r>
              <a:rPr kumimoji="1" lang="ko-KR" altLang="en-US"/>
              <a:t>두 번째 수준</a:t>
            </a:r>
          </a:p>
          <a:p>
            <a:pPr lvl="2"/>
            <a:r>
              <a:rPr kumimoji="1" lang="ko-KR" altLang="en-US"/>
              <a:t>세 번째 수준</a:t>
            </a:r>
          </a:p>
          <a:p>
            <a:pPr lvl="3"/>
            <a:r>
              <a:rPr kumimoji="1" lang="ko-KR" altLang="en-US"/>
              <a:t>네 번째 수준</a:t>
            </a:r>
          </a:p>
          <a:p>
            <a:pPr lvl="4"/>
            <a:r>
              <a:rPr kumimoji="1"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37096127-E683-B03B-1252-459FDCF4D84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A474E8E-AA64-0741-9F7E-7645C7D69728}" type="datetimeFigureOut">
              <a:rPr kumimoji="1" lang="ko-KR" altLang="en-US" smtClean="0"/>
              <a:t>2026. 3. 20.</a:t>
            </a:fld>
            <a:endParaRPr kumimoji="1"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32455E46-433E-F34C-C11A-DC00EC901C4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5412B2FD-6289-C5C5-5020-48CCF366465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A3EE7EE-68C6-B244-B97F-0EFF9DC6476E}" type="slidenum">
              <a:rPr kumimoji="1" lang="ko-KR" altLang="en-US" smtClean="0"/>
              <a:t>‹#›</a:t>
            </a:fld>
            <a:endParaRPr kumimoji="1" lang="ko-KR" altLang="en-US"/>
          </a:p>
        </p:txBody>
      </p:sp>
    </p:spTree>
    <p:extLst>
      <p:ext uri="{BB962C8B-B14F-4D97-AF65-F5344CB8AC3E}">
        <p14:creationId xmlns:p14="http://schemas.microsoft.com/office/powerpoint/2010/main" val="365278882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구역 머리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DBA03444-FBD5-1858-9F45-D79F16D704B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kumimoji="1"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92569F13-A5F2-22DB-BE01-A1FA31B5D0C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kumimoji="1" lang="ko-KR" altLang="en-US"/>
              <a:t>마스터 텍스트 스타일을 편집하려면 클릭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9B9D0B6F-D520-71DE-25C6-6276AC1DB37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A474E8E-AA64-0741-9F7E-7645C7D69728}" type="datetimeFigureOut">
              <a:rPr kumimoji="1" lang="ko-KR" altLang="en-US" smtClean="0"/>
              <a:t>2026. 3. 20.</a:t>
            </a:fld>
            <a:endParaRPr kumimoji="1"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90BBEF2D-CA27-F82A-C600-12B89C49645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E5F072EB-E7C2-43F3-95B4-3EFF95345D9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A3EE7EE-68C6-B244-B97F-0EFF9DC6476E}" type="slidenum">
              <a:rPr kumimoji="1" lang="ko-KR" altLang="en-US" smtClean="0"/>
              <a:t>‹#›</a:t>
            </a:fld>
            <a:endParaRPr kumimoji="1" lang="ko-KR" altLang="en-US"/>
          </a:p>
        </p:txBody>
      </p:sp>
    </p:spTree>
    <p:extLst>
      <p:ext uri="{BB962C8B-B14F-4D97-AF65-F5344CB8AC3E}">
        <p14:creationId xmlns:p14="http://schemas.microsoft.com/office/powerpoint/2010/main" val="159683443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콘텐츠 2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58D2C136-7949-61F5-F230-B3CDAAD9092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EA1831D9-5478-7C87-FB96-A82B3A99C6AC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kumimoji="1" lang="ko-KR" altLang="en-US"/>
              <a:t>마스터 텍스트 스타일을 편집하려면 클릭</a:t>
            </a:r>
          </a:p>
          <a:p>
            <a:pPr lvl="1"/>
            <a:r>
              <a:rPr kumimoji="1" lang="ko-KR" altLang="en-US"/>
              <a:t>두 번째 수준</a:t>
            </a:r>
          </a:p>
          <a:p>
            <a:pPr lvl="2"/>
            <a:r>
              <a:rPr kumimoji="1" lang="ko-KR" altLang="en-US"/>
              <a:t>세 번째 수준</a:t>
            </a:r>
          </a:p>
          <a:p>
            <a:pPr lvl="3"/>
            <a:r>
              <a:rPr kumimoji="1" lang="ko-KR" altLang="en-US"/>
              <a:t>네 번째 수준</a:t>
            </a:r>
          </a:p>
          <a:p>
            <a:pPr lvl="4"/>
            <a:r>
              <a:rPr kumimoji="1" lang="ko-KR" altLang="en-US"/>
              <a:t>다섯 번째 수준</a:t>
            </a:r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20AB2DF4-B52F-9167-45AB-7752964BB2DD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kumimoji="1" lang="ko-KR" altLang="en-US"/>
              <a:t>마스터 텍스트 스타일을 편집하려면 클릭</a:t>
            </a:r>
          </a:p>
          <a:p>
            <a:pPr lvl="1"/>
            <a:r>
              <a:rPr kumimoji="1" lang="ko-KR" altLang="en-US"/>
              <a:t>두 번째 수준</a:t>
            </a:r>
          </a:p>
          <a:p>
            <a:pPr lvl="2"/>
            <a:r>
              <a:rPr kumimoji="1" lang="ko-KR" altLang="en-US"/>
              <a:t>세 번째 수준</a:t>
            </a:r>
          </a:p>
          <a:p>
            <a:pPr lvl="3"/>
            <a:r>
              <a:rPr kumimoji="1" lang="ko-KR" altLang="en-US"/>
              <a:t>네 번째 수준</a:t>
            </a:r>
          </a:p>
          <a:p>
            <a:pPr lvl="4"/>
            <a:r>
              <a:rPr kumimoji="1" lang="ko-KR" altLang="en-US"/>
              <a:t>다섯 번째 수준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CFD063FA-0150-CD00-3EF9-47BD7875652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A474E8E-AA64-0741-9F7E-7645C7D69728}" type="datetimeFigureOut">
              <a:rPr kumimoji="1" lang="ko-KR" altLang="en-US" smtClean="0"/>
              <a:t>2026. 3. 20.</a:t>
            </a:fld>
            <a:endParaRPr kumimoji="1"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125CF4B7-3A31-2ECE-4B49-FCA326FE63C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1918D898-10CB-E994-8300-9FEBFFA8409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A3EE7EE-68C6-B244-B97F-0EFF9DC6476E}" type="slidenum">
              <a:rPr kumimoji="1" lang="ko-KR" altLang="en-US" smtClean="0"/>
              <a:t>‹#›</a:t>
            </a:fld>
            <a:endParaRPr kumimoji="1" lang="ko-KR" altLang="en-US"/>
          </a:p>
        </p:txBody>
      </p:sp>
    </p:spTree>
    <p:extLst>
      <p:ext uri="{BB962C8B-B14F-4D97-AF65-F5344CB8AC3E}">
        <p14:creationId xmlns:p14="http://schemas.microsoft.com/office/powerpoint/2010/main" val="739943684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비교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A14DFCE9-60E8-00A8-AB6F-BF2B5DFF693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kumimoji="1"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6A779999-9897-65A5-827D-08483BE24A5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kumimoji="1" lang="ko-KR" altLang="en-US"/>
              <a:t>마스터 텍스트 스타일을 편집하려면 클릭</a:t>
            </a:r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70B8000F-4F6A-CDC2-8E1C-ED4F98CBDAE4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kumimoji="1" lang="ko-KR" altLang="en-US"/>
              <a:t>마스터 텍스트 스타일을 편집하려면 클릭</a:t>
            </a:r>
          </a:p>
          <a:p>
            <a:pPr lvl="1"/>
            <a:r>
              <a:rPr kumimoji="1" lang="ko-KR" altLang="en-US"/>
              <a:t>두 번째 수준</a:t>
            </a:r>
          </a:p>
          <a:p>
            <a:pPr lvl="2"/>
            <a:r>
              <a:rPr kumimoji="1" lang="ko-KR" altLang="en-US"/>
              <a:t>세 번째 수준</a:t>
            </a:r>
          </a:p>
          <a:p>
            <a:pPr lvl="3"/>
            <a:r>
              <a:rPr kumimoji="1" lang="ko-KR" altLang="en-US"/>
              <a:t>네 번째 수준</a:t>
            </a:r>
          </a:p>
          <a:p>
            <a:pPr lvl="4"/>
            <a:r>
              <a:rPr kumimoji="1" lang="ko-KR" altLang="en-US"/>
              <a:t>다섯 번째 수준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4B8F31B8-6B8F-900D-77C7-531B28B7EDB1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kumimoji="1" lang="ko-KR" altLang="en-US"/>
              <a:t>마스터 텍스트 스타일을 편집하려면 클릭</a:t>
            </a:r>
          </a:p>
        </p:txBody>
      </p:sp>
      <p:sp>
        <p:nvSpPr>
          <p:cNvPr id="6" name="내용 개체 틀 5">
            <a:extLst>
              <a:ext uri="{FF2B5EF4-FFF2-40B4-BE49-F238E27FC236}">
                <a16:creationId xmlns:a16="http://schemas.microsoft.com/office/drawing/2014/main" id="{2EFAB6A7-3ECB-C830-0B6C-6DB9B92A4F2B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kumimoji="1" lang="ko-KR" altLang="en-US"/>
              <a:t>마스터 텍스트 스타일을 편집하려면 클릭</a:t>
            </a:r>
          </a:p>
          <a:p>
            <a:pPr lvl="1"/>
            <a:r>
              <a:rPr kumimoji="1" lang="ko-KR" altLang="en-US"/>
              <a:t>두 번째 수준</a:t>
            </a:r>
          </a:p>
          <a:p>
            <a:pPr lvl="2"/>
            <a:r>
              <a:rPr kumimoji="1" lang="ko-KR" altLang="en-US"/>
              <a:t>세 번째 수준</a:t>
            </a:r>
          </a:p>
          <a:p>
            <a:pPr lvl="3"/>
            <a:r>
              <a:rPr kumimoji="1" lang="ko-KR" altLang="en-US"/>
              <a:t>네 번째 수준</a:t>
            </a:r>
          </a:p>
          <a:p>
            <a:pPr lvl="4"/>
            <a:r>
              <a:rPr kumimoji="1" lang="ko-KR" altLang="en-US"/>
              <a:t>다섯 번째 수준</a:t>
            </a:r>
          </a:p>
        </p:txBody>
      </p:sp>
      <p:sp>
        <p:nvSpPr>
          <p:cNvPr id="7" name="날짜 개체 틀 6">
            <a:extLst>
              <a:ext uri="{FF2B5EF4-FFF2-40B4-BE49-F238E27FC236}">
                <a16:creationId xmlns:a16="http://schemas.microsoft.com/office/drawing/2014/main" id="{7E7044CA-F0BD-9FE3-9FAD-6259E007230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A474E8E-AA64-0741-9F7E-7645C7D69728}" type="datetimeFigureOut">
              <a:rPr kumimoji="1" lang="ko-KR" altLang="en-US" smtClean="0"/>
              <a:t>2026. 3. 20.</a:t>
            </a:fld>
            <a:endParaRPr kumimoji="1" lang="ko-KR" altLang="en-US"/>
          </a:p>
        </p:txBody>
      </p:sp>
      <p:sp>
        <p:nvSpPr>
          <p:cNvPr id="8" name="바닥글 개체 틀 7">
            <a:extLst>
              <a:ext uri="{FF2B5EF4-FFF2-40B4-BE49-F238E27FC236}">
                <a16:creationId xmlns:a16="http://schemas.microsoft.com/office/drawing/2014/main" id="{912471A0-BE8F-5D30-61B2-65AAA3741AC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ko-KR" altLang="en-US"/>
          </a:p>
        </p:txBody>
      </p:sp>
      <p:sp>
        <p:nvSpPr>
          <p:cNvPr id="9" name="슬라이드 번호 개체 틀 8">
            <a:extLst>
              <a:ext uri="{FF2B5EF4-FFF2-40B4-BE49-F238E27FC236}">
                <a16:creationId xmlns:a16="http://schemas.microsoft.com/office/drawing/2014/main" id="{9CCADF05-8664-929E-A837-2650B917E83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A3EE7EE-68C6-B244-B97F-0EFF9DC6476E}" type="slidenum">
              <a:rPr kumimoji="1" lang="ko-KR" altLang="en-US" smtClean="0"/>
              <a:t>‹#›</a:t>
            </a:fld>
            <a:endParaRPr kumimoji="1" lang="ko-KR" altLang="en-US"/>
          </a:p>
        </p:txBody>
      </p:sp>
    </p:spTree>
    <p:extLst>
      <p:ext uri="{BB962C8B-B14F-4D97-AF65-F5344CB8AC3E}">
        <p14:creationId xmlns:p14="http://schemas.microsoft.com/office/powerpoint/2010/main" val="2530273622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제목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A88EF8F9-A9B8-4183-9151-5E1E7DA71B3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ko-KR" altLang="en-US"/>
              <a:t>마스터 제목 스타일 편집</a:t>
            </a:r>
          </a:p>
        </p:txBody>
      </p:sp>
      <p:sp>
        <p:nvSpPr>
          <p:cNvPr id="3" name="날짜 개체 틀 2">
            <a:extLst>
              <a:ext uri="{FF2B5EF4-FFF2-40B4-BE49-F238E27FC236}">
                <a16:creationId xmlns:a16="http://schemas.microsoft.com/office/drawing/2014/main" id="{D3BBF211-3B2A-2605-E971-CB2AC216EFF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A474E8E-AA64-0741-9F7E-7645C7D69728}" type="datetimeFigureOut">
              <a:rPr kumimoji="1" lang="ko-KR" altLang="en-US" smtClean="0"/>
              <a:t>2026. 3. 20.</a:t>
            </a:fld>
            <a:endParaRPr kumimoji="1" lang="ko-KR" altLang="en-US"/>
          </a:p>
        </p:txBody>
      </p:sp>
      <p:sp>
        <p:nvSpPr>
          <p:cNvPr id="4" name="바닥글 개체 틀 3">
            <a:extLst>
              <a:ext uri="{FF2B5EF4-FFF2-40B4-BE49-F238E27FC236}">
                <a16:creationId xmlns:a16="http://schemas.microsoft.com/office/drawing/2014/main" id="{793D7CA7-C3D7-2D7A-F9D9-FC36301C918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ko-KR" altLang="en-US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689AAD90-A8FD-4D4B-6CCF-816DB0D7E38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A3EE7EE-68C6-B244-B97F-0EFF9DC6476E}" type="slidenum">
              <a:rPr kumimoji="1" lang="ko-KR" altLang="en-US" smtClean="0"/>
              <a:t>‹#›</a:t>
            </a:fld>
            <a:endParaRPr kumimoji="1" lang="ko-KR" altLang="en-US"/>
          </a:p>
        </p:txBody>
      </p:sp>
    </p:spTree>
    <p:extLst>
      <p:ext uri="{BB962C8B-B14F-4D97-AF65-F5344CB8AC3E}">
        <p14:creationId xmlns:p14="http://schemas.microsoft.com/office/powerpoint/2010/main" val="1758811452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빈 화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날짜 개체 틀 1">
            <a:extLst>
              <a:ext uri="{FF2B5EF4-FFF2-40B4-BE49-F238E27FC236}">
                <a16:creationId xmlns:a16="http://schemas.microsoft.com/office/drawing/2014/main" id="{5E58B5C4-7775-0AAB-AE62-A9304D1D762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A474E8E-AA64-0741-9F7E-7645C7D69728}" type="datetimeFigureOut">
              <a:rPr kumimoji="1" lang="ko-KR" altLang="en-US" smtClean="0"/>
              <a:t>2026. 3. 20.</a:t>
            </a:fld>
            <a:endParaRPr kumimoji="1" lang="ko-KR" altLang="en-US"/>
          </a:p>
        </p:txBody>
      </p:sp>
      <p:sp>
        <p:nvSpPr>
          <p:cNvPr id="3" name="바닥글 개체 틀 2">
            <a:extLst>
              <a:ext uri="{FF2B5EF4-FFF2-40B4-BE49-F238E27FC236}">
                <a16:creationId xmlns:a16="http://schemas.microsoft.com/office/drawing/2014/main" id="{2F1E5FDA-C5D2-FCEF-7D68-C6B2F6053F2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ko-KR" altLang="en-US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47CBD4BE-F45C-C0D9-5E9C-DD7D413CB1D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A3EE7EE-68C6-B244-B97F-0EFF9DC6476E}" type="slidenum">
              <a:rPr kumimoji="1" lang="ko-KR" altLang="en-US" smtClean="0"/>
              <a:t>‹#›</a:t>
            </a:fld>
            <a:endParaRPr kumimoji="1" lang="ko-KR" altLang="en-US"/>
          </a:p>
        </p:txBody>
      </p:sp>
    </p:spTree>
    <p:extLst>
      <p:ext uri="{BB962C8B-B14F-4D97-AF65-F5344CB8AC3E}">
        <p14:creationId xmlns:p14="http://schemas.microsoft.com/office/powerpoint/2010/main" val="1609931369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캡션 있는 콘텐츠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7652E7E4-B6BD-D1C9-9FBA-02C010A77B9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kumimoji="1"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4A9508AB-5075-EB3A-74B9-AB5D4E499F2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kumimoji="1" lang="ko-KR" altLang="en-US"/>
              <a:t>마스터 텍스트 스타일을 편집하려면 클릭</a:t>
            </a:r>
          </a:p>
          <a:p>
            <a:pPr lvl="1"/>
            <a:r>
              <a:rPr kumimoji="1" lang="ko-KR" altLang="en-US"/>
              <a:t>두 번째 수준</a:t>
            </a:r>
          </a:p>
          <a:p>
            <a:pPr lvl="2"/>
            <a:r>
              <a:rPr kumimoji="1" lang="ko-KR" altLang="en-US"/>
              <a:t>세 번째 수준</a:t>
            </a:r>
          </a:p>
          <a:p>
            <a:pPr lvl="3"/>
            <a:r>
              <a:rPr kumimoji="1" lang="ko-KR" altLang="en-US"/>
              <a:t>네 번째 수준</a:t>
            </a:r>
          </a:p>
          <a:p>
            <a:pPr lvl="4"/>
            <a:r>
              <a:rPr kumimoji="1" lang="ko-KR" altLang="en-US"/>
              <a:t>다섯 번째 수준</a:t>
            </a:r>
          </a:p>
        </p:txBody>
      </p:sp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B9E8F869-ED63-9950-4A9C-C7D65B101A86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kumimoji="1" lang="ko-KR" altLang="en-US"/>
              <a:t>마스터 텍스트 스타일을 편집하려면 클릭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6D28E791-A462-AD3E-EB88-3CE0CC1BEFC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A474E8E-AA64-0741-9F7E-7645C7D69728}" type="datetimeFigureOut">
              <a:rPr kumimoji="1" lang="ko-KR" altLang="en-US" smtClean="0"/>
              <a:t>2026. 3. 20.</a:t>
            </a:fld>
            <a:endParaRPr kumimoji="1"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DF6867BC-3136-D211-27DC-B344FEB3818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70C3A0C0-6070-D61B-3D92-1E00258F252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A3EE7EE-68C6-B244-B97F-0EFF9DC6476E}" type="slidenum">
              <a:rPr kumimoji="1" lang="ko-KR" altLang="en-US" smtClean="0"/>
              <a:t>‹#›</a:t>
            </a:fld>
            <a:endParaRPr kumimoji="1" lang="ko-KR" altLang="en-US"/>
          </a:p>
        </p:txBody>
      </p:sp>
    </p:spTree>
    <p:extLst>
      <p:ext uri="{BB962C8B-B14F-4D97-AF65-F5344CB8AC3E}">
        <p14:creationId xmlns:p14="http://schemas.microsoft.com/office/powerpoint/2010/main" val="713144129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캡션 있는 그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15A6D798-FB0B-E7F8-C320-D61CAC13B61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kumimoji="1" lang="ko-KR" altLang="en-US"/>
              <a:t>마스터 제목 스타일 편집</a:t>
            </a:r>
          </a:p>
        </p:txBody>
      </p:sp>
      <p:sp>
        <p:nvSpPr>
          <p:cNvPr id="3" name="그림 개체 틀 2">
            <a:extLst>
              <a:ext uri="{FF2B5EF4-FFF2-40B4-BE49-F238E27FC236}">
                <a16:creationId xmlns:a16="http://schemas.microsoft.com/office/drawing/2014/main" id="{2ED0E307-4BF1-0C61-F27F-7E2AC179A8C5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kumimoji="1" lang="ko-KR" altLang="en-US"/>
          </a:p>
        </p:txBody>
      </p:sp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717ABB78-4E60-8C3E-0D35-3DFECD10C5C8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kumimoji="1" lang="ko-KR" altLang="en-US"/>
              <a:t>마스터 텍스트 스타일을 편집하려면 클릭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F7C54C2A-E59E-A12E-1D8B-80922DBB8B4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A474E8E-AA64-0741-9F7E-7645C7D69728}" type="datetimeFigureOut">
              <a:rPr kumimoji="1" lang="ko-KR" altLang="en-US" smtClean="0"/>
              <a:t>2026. 3. 20.</a:t>
            </a:fld>
            <a:endParaRPr kumimoji="1"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BA95EA60-F4E1-4020-FDE6-25F627145DA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64364AA6-8198-B1FA-DA23-5794B91EA1A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A3EE7EE-68C6-B244-B97F-0EFF9DC6476E}" type="slidenum">
              <a:rPr kumimoji="1" lang="ko-KR" altLang="en-US" smtClean="0"/>
              <a:t>‹#›</a:t>
            </a:fld>
            <a:endParaRPr kumimoji="1" lang="ko-KR" altLang="en-US"/>
          </a:p>
        </p:txBody>
      </p:sp>
    </p:spTree>
    <p:extLst>
      <p:ext uri="{BB962C8B-B14F-4D97-AF65-F5344CB8AC3E}">
        <p14:creationId xmlns:p14="http://schemas.microsoft.com/office/powerpoint/2010/main" val="3831555711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제목 및 세로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353C9C15-9FCF-6FA2-D8E9-C95C30A433C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ko-KR" altLang="en-US"/>
              <a:t>마스터 제목 스타일 편집</a:t>
            </a:r>
          </a:p>
        </p:txBody>
      </p:sp>
      <p:sp>
        <p:nvSpPr>
          <p:cNvPr id="3" name="세로 텍스트 개체 틀 2">
            <a:extLst>
              <a:ext uri="{FF2B5EF4-FFF2-40B4-BE49-F238E27FC236}">
                <a16:creationId xmlns:a16="http://schemas.microsoft.com/office/drawing/2014/main" id="{CDCBEE4A-AE9E-2B3F-B715-36FDB43D66D3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kumimoji="1" lang="ko-KR" altLang="en-US"/>
              <a:t>마스터 텍스트 스타일을 편집하려면 클릭</a:t>
            </a:r>
          </a:p>
          <a:p>
            <a:pPr lvl="1"/>
            <a:r>
              <a:rPr kumimoji="1" lang="ko-KR" altLang="en-US"/>
              <a:t>두 번째 수준</a:t>
            </a:r>
          </a:p>
          <a:p>
            <a:pPr lvl="2"/>
            <a:r>
              <a:rPr kumimoji="1" lang="ko-KR" altLang="en-US"/>
              <a:t>세 번째 수준</a:t>
            </a:r>
          </a:p>
          <a:p>
            <a:pPr lvl="3"/>
            <a:r>
              <a:rPr kumimoji="1" lang="ko-KR" altLang="en-US"/>
              <a:t>네 번째 수준</a:t>
            </a:r>
          </a:p>
          <a:p>
            <a:pPr lvl="4"/>
            <a:r>
              <a:rPr kumimoji="1"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C340A958-7B42-0AE6-D5C6-25BE7EC83EC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A474E8E-AA64-0741-9F7E-7645C7D69728}" type="datetimeFigureOut">
              <a:rPr kumimoji="1" lang="ko-KR" altLang="en-US" smtClean="0"/>
              <a:t>2026. 3. 20.</a:t>
            </a:fld>
            <a:endParaRPr kumimoji="1"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6995FE23-C6C9-C95C-167F-AC404304C9D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7E8507EB-E0A0-6537-3BE0-0120A7B18DA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A3EE7EE-68C6-B244-B97F-0EFF9DC6476E}" type="slidenum">
              <a:rPr kumimoji="1" lang="ko-KR" altLang="en-US" smtClean="0"/>
              <a:t>‹#›</a:t>
            </a:fld>
            <a:endParaRPr kumimoji="1" lang="ko-KR" altLang="en-US"/>
          </a:p>
        </p:txBody>
      </p:sp>
    </p:spTree>
    <p:extLst>
      <p:ext uri="{BB962C8B-B14F-4D97-AF65-F5344CB8AC3E}">
        <p14:creationId xmlns:p14="http://schemas.microsoft.com/office/powerpoint/2010/main" val="2018017357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세로 제목 및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세로 제목 1">
            <a:extLst>
              <a:ext uri="{FF2B5EF4-FFF2-40B4-BE49-F238E27FC236}">
                <a16:creationId xmlns:a16="http://schemas.microsoft.com/office/drawing/2014/main" id="{CAAB2922-D745-3AD4-70D5-DBE381707CAE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kumimoji="1" lang="ko-KR" altLang="en-US"/>
              <a:t>마스터 제목 스타일 편집</a:t>
            </a:r>
          </a:p>
        </p:txBody>
      </p:sp>
      <p:sp>
        <p:nvSpPr>
          <p:cNvPr id="3" name="세로 텍스트 개체 틀 2">
            <a:extLst>
              <a:ext uri="{FF2B5EF4-FFF2-40B4-BE49-F238E27FC236}">
                <a16:creationId xmlns:a16="http://schemas.microsoft.com/office/drawing/2014/main" id="{EE880C36-BA2C-E20C-D3F5-2EA33F44D601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kumimoji="1" lang="ko-KR" altLang="en-US"/>
              <a:t>마스터 텍스트 스타일을 편집하려면 클릭</a:t>
            </a:r>
          </a:p>
          <a:p>
            <a:pPr lvl="1"/>
            <a:r>
              <a:rPr kumimoji="1" lang="ko-KR" altLang="en-US"/>
              <a:t>두 번째 수준</a:t>
            </a:r>
          </a:p>
          <a:p>
            <a:pPr lvl="2"/>
            <a:r>
              <a:rPr kumimoji="1" lang="ko-KR" altLang="en-US"/>
              <a:t>세 번째 수준</a:t>
            </a:r>
          </a:p>
          <a:p>
            <a:pPr lvl="3"/>
            <a:r>
              <a:rPr kumimoji="1" lang="ko-KR" altLang="en-US"/>
              <a:t>네 번째 수준</a:t>
            </a:r>
          </a:p>
          <a:p>
            <a:pPr lvl="4"/>
            <a:r>
              <a:rPr kumimoji="1"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316007B5-9EFA-DE1A-87E1-FCA603DECE0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A474E8E-AA64-0741-9F7E-7645C7D69728}" type="datetimeFigureOut">
              <a:rPr kumimoji="1" lang="ko-KR" altLang="en-US" smtClean="0"/>
              <a:t>2026. 3. 20.</a:t>
            </a:fld>
            <a:endParaRPr kumimoji="1"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FB6AB413-9C4B-034C-BCED-D540A5F9012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9021CB79-305C-3B76-85EB-1406C912C46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A3EE7EE-68C6-B244-B97F-0EFF9DC6476E}" type="slidenum">
              <a:rPr kumimoji="1" lang="ko-KR" altLang="en-US" smtClean="0"/>
              <a:t>‹#›</a:t>
            </a:fld>
            <a:endParaRPr kumimoji="1" lang="ko-KR" altLang="en-US"/>
          </a:p>
        </p:txBody>
      </p:sp>
    </p:spTree>
    <p:extLst>
      <p:ext uri="{BB962C8B-B14F-4D97-AF65-F5344CB8AC3E}">
        <p14:creationId xmlns:p14="http://schemas.microsoft.com/office/powerpoint/2010/main" val="3878869127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개체 틀 1">
            <a:extLst>
              <a:ext uri="{FF2B5EF4-FFF2-40B4-BE49-F238E27FC236}">
                <a16:creationId xmlns:a16="http://schemas.microsoft.com/office/drawing/2014/main" id="{D9CF66F9-0A63-E84A-462F-C6C1B48212B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kumimoji="1"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E80AD457-3CE7-9AD3-FCD2-D2820271E82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kumimoji="1" lang="ko-KR" altLang="en-US"/>
              <a:t>마스터 텍스트 스타일을 편집하려면 클릭</a:t>
            </a:r>
          </a:p>
          <a:p>
            <a:pPr lvl="1"/>
            <a:r>
              <a:rPr kumimoji="1" lang="ko-KR" altLang="en-US"/>
              <a:t>두 번째 수준</a:t>
            </a:r>
          </a:p>
          <a:p>
            <a:pPr lvl="2"/>
            <a:r>
              <a:rPr kumimoji="1" lang="ko-KR" altLang="en-US"/>
              <a:t>세 번째 수준</a:t>
            </a:r>
          </a:p>
          <a:p>
            <a:pPr lvl="3"/>
            <a:r>
              <a:rPr kumimoji="1" lang="ko-KR" altLang="en-US"/>
              <a:t>네 번째 수준</a:t>
            </a:r>
          </a:p>
          <a:p>
            <a:pPr lvl="4"/>
            <a:r>
              <a:rPr kumimoji="1"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5CE43B79-974C-0B6E-97E5-3AFD873E478D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A474E8E-AA64-0741-9F7E-7645C7D69728}" type="datetimeFigureOut">
              <a:rPr kumimoji="1" lang="ko-KR" altLang="en-US" smtClean="0"/>
              <a:t>2026. 3. 20.</a:t>
            </a:fld>
            <a:endParaRPr kumimoji="1"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793E1F78-044F-A92D-DFC7-120330225D62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kumimoji="1"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6FBC6B7B-FD91-B086-F82D-F6BE9D9191B2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A3EE7EE-68C6-B244-B97F-0EFF9DC6476E}" type="slidenum">
              <a:rPr kumimoji="1" lang="ko-KR" altLang="en-US" smtClean="0"/>
              <a:t>‹#›</a:t>
            </a:fld>
            <a:endParaRPr kumimoji="1" lang="ko-KR" altLang="en-US"/>
          </a:p>
        </p:txBody>
      </p:sp>
    </p:spTree>
    <p:extLst>
      <p:ext uri="{BB962C8B-B14F-4D97-AF65-F5344CB8AC3E}">
        <p14:creationId xmlns:p14="http://schemas.microsoft.com/office/powerpoint/2010/main" val="324056842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1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1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ko-KR"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3.pn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4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5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6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7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9.png"/><Relationship Id="rId4" Type="http://schemas.openxmlformats.org/officeDocument/2006/relationships/image" Target="../media/image8.pn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0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BF2B9BD-0775-7A31-9B51-3101B9F13C8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그림 3">
            <a:extLst>
              <a:ext uri="{FF2B5EF4-FFF2-40B4-BE49-F238E27FC236}">
                <a16:creationId xmlns:a16="http://schemas.microsoft.com/office/drawing/2014/main" id="{DF018DC2-F23A-30D7-D26B-AE8C11387DF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-1" y="-2"/>
            <a:ext cx="12192001" cy="6858001"/>
          </a:xfrm>
          <a:prstGeom prst="rect">
            <a:avLst/>
          </a:prstGeom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5D03D85F-5D7B-0379-9210-C6974A93BA1F}"/>
              </a:ext>
            </a:extLst>
          </p:cNvPr>
          <p:cNvSpPr txBox="1"/>
          <p:nvPr/>
        </p:nvSpPr>
        <p:spPr>
          <a:xfrm>
            <a:off x="1569809" y="1572974"/>
            <a:ext cx="9823121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3600" b="1" i="0" dirty="0">
                <a:solidFill>
                  <a:schemeClr val="bg1"/>
                </a:solidFill>
                <a:effectLst/>
                <a:latin typeface="Gmarket Sans Medium" panose="02000000000000000000" pitchFamily="2" charset="-128"/>
                <a:ea typeface="Gmarket Sans Medium" panose="02000000000000000000" pitchFamily="2" charset="-128"/>
              </a:rPr>
              <a:t>화면 설계서</a:t>
            </a:r>
            <a:endParaRPr kumimoji="1" lang="ko-KR" altLang="en-US" sz="3600" b="1" dirty="0">
              <a:solidFill>
                <a:schemeClr val="bg1"/>
              </a:solidFill>
              <a:latin typeface="Gmarket Sans Medium" panose="02000000000000000000" pitchFamily="2" charset="-128"/>
              <a:ea typeface="Gmarket Sans Medium" panose="02000000000000000000" pitchFamily="2" charset="-128"/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1A55E753-5CD5-807F-6F54-CAD3C75CEA16}"/>
              </a:ext>
            </a:extLst>
          </p:cNvPr>
          <p:cNvSpPr txBox="1"/>
          <p:nvPr/>
        </p:nvSpPr>
        <p:spPr>
          <a:xfrm>
            <a:off x="1569809" y="2382322"/>
            <a:ext cx="9497223" cy="3231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sz="1500" dirty="0">
                <a:solidFill>
                  <a:schemeClr val="bg2">
                    <a:lumMod val="75000"/>
                  </a:schemeClr>
                </a:solidFill>
                <a:latin typeface="Gmarket Sans Medium" panose="02000000000000000000" pitchFamily="2" charset="-128"/>
                <a:ea typeface="Gmarket Sans Medium" panose="02000000000000000000" pitchFamily="2" charset="-128"/>
              </a:rPr>
              <a:t>생성형 </a:t>
            </a:r>
            <a:r>
              <a:rPr lang="en-US" altLang="ko-KR" sz="1500" dirty="0">
                <a:solidFill>
                  <a:schemeClr val="bg2">
                    <a:lumMod val="75000"/>
                  </a:schemeClr>
                </a:solidFill>
                <a:latin typeface="Gmarket Sans Medium" panose="02000000000000000000" pitchFamily="2" charset="-128"/>
                <a:ea typeface="Gmarket Sans Medium" panose="02000000000000000000" pitchFamily="2" charset="-128"/>
              </a:rPr>
              <a:t>AI </a:t>
            </a:r>
            <a:r>
              <a:rPr lang="ko-KR" altLang="en-US" sz="1500" dirty="0">
                <a:solidFill>
                  <a:schemeClr val="bg2">
                    <a:lumMod val="75000"/>
                  </a:schemeClr>
                </a:solidFill>
                <a:latin typeface="Gmarket Sans Medium" panose="02000000000000000000" pitchFamily="2" charset="-128"/>
                <a:ea typeface="Gmarket Sans Medium" panose="02000000000000000000" pitchFamily="2" charset="-128"/>
              </a:rPr>
              <a:t>기반 영양소 섭취 패턴 분석 및 </a:t>
            </a:r>
            <a:r>
              <a:rPr lang="ko-KR" altLang="en-US" sz="1500" dirty="0" err="1">
                <a:solidFill>
                  <a:schemeClr val="bg2">
                    <a:lumMod val="75000"/>
                  </a:schemeClr>
                </a:solidFill>
                <a:latin typeface="Gmarket Sans Medium" panose="02000000000000000000" pitchFamily="2" charset="-128"/>
                <a:ea typeface="Gmarket Sans Medium" panose="02000000000000000000" pitchFamily="2" charset="-128"/>
              </a:rPr>
              <a:t>이상지질혈증</a:t>
            </a:r>
            <a:r>
              <a:rPr lang="ko-KR" altLang="en-US" sz="1500" dirty="0">
                <a:solidFill>
                  <a:schemeClr val="bg2">
                    <a:lumMod val="75000"/>
                  </a:schemeClr>
                </a:solidFill>
                <a:latin typeface="Gmarket Sans Medium" panose="02000000000000000000" pitchFamily="2" charset="-128"/>
                <a:ea typeface="Gmarket Sans Medium" panose="02000000000000000000" pitchFamily="2" charset="-128"/>
              </a:rPr>
              <a:t> 위험도 예측 모델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B9C24988-0207-FE4B-936E-5EC1B5C98A24}"/>
              </a:ext>
            </a:extLst>
          </p:cNvPr>
          <p:cNvSpPr txBox="1"/>
          <p:nvPr/>
        </p:nvSpPr>
        <p:spPr>
          <a:xfrm>
            <a:off x="7747682" y="5524569"/>
            <a:ext cx="3669960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kumimoji="1" lang="ko-KR" altLang="en-US" sz="2400" b="1" dirty="0">
                <a:solidFill>
                  <a:schemeClr val="bg1"/>
                </a:solidFill>
                <a:latin typeface="Gmarket Sans Medium" panose="02000000000000000000" pitchFamily="2" charset="-128"/>
                <a:ea typeface="Gmarket Sans Medium" panose="02000000000000000000" pitchFamily="2" charset="-128"/>
              </a:rPr>
              <a:t>성시영</a:t>
            </a:r>
            <a:r>
              <a:rPr kumimoji="1" lang="en-US" altLang="ko-KR" sz="2400" b="1" dirty="0">
                <a:solidFill>
                  <a:schemeClr val="bg1"/>
                </a:solidFill>
                <a:latin typeface="Gmarket Sans Medium" panose="02000000000000000000" pitchFamily="2" charset="-128"/>
                <a:ea typeface="Gmarket Sans Medium" panose="02000000000000000000" pitchFamily="2" charset="-128"/>
              </a:rPr>
              <a:t>(</a:t>
            </a:r>
            <a:r>
              <a:rPr kumimoji="1" lang="en-US" altLang="ko-KR" sz="2400" b="1" dirty="0" err="1">
                <a:solidFill>
                  <a:schemeClr val="bg1"/>
                </a:solidFill>
                <a:latin typeface="Gmarket Sans Medium" panose="02000000000000000000" pitchFamily="2" charset="-128"/>
                <a:ea typeface="Gmarket Sans Medium" panose="02000000000000000000" pitchFamily="2" charset="-128"/>
              </a:rPr>
              <a:t>Siyeong</a:t>
            </a:r>
            <a:r>
              <a:rPr kumimoji="1" lang="en-US" altLang="ko-KR" sz="2400" b="1" dirty="0">
                <a:solidFill>
                  <a:schemeClr val="bg1"/>
                </a:solidFill>
                <a:latin typeface="Gmarket Sans Medium" panose="02000000000000000000" pitchFamily="2" charset="-128"/>
                <a:ea typeface="Gmarket Sans Medium" panose="02000000000000000000" pitchFamily="2" charset="-128"/>
              </a:rPr>
              <a:t>-Sung)</a:t>
            </a:r>
          </a:p>
          <a:p>
            <a:pPr algn="r"/>
            <a:r>
              <a:rPr kumimoji="1" lang="en-US" altLang="ko-KR" sz="2400" b="1" dirty="0">
                <a:solidFill>
                  <a:schemeClr val="bg1"/>
                </a:solidFill>
                <a:latin typeface="Gmarket Sans Medium" panose="02000000000000000000" pitchFamily="2" charset="-128"/>
                <a:ea typeface="Gmarket Sans Medium" panose="02000000000000000000" pitchFamily="2" charset="-128"/>
              </a:rPr>
              <a:t>2026.03.17</a:t>
            </a:r>
            <a:endParaRPr kumimoji="1" lang="ko-KR" altLang="en-US" sz="2400" b="1" dirty="0">
              <a:solidFill>
                <a:schemeClr val="bg1"/>
              </a:solidFill>
              <a:latin typeface="Gmarket Sans Medium" panose="02000000000000000000" pitchFamily="2" charset="-128"/>
              <a:ea typeface="Gmarket Sans Medium" panose="02000000000000000000" pitchFamily="2" charset="-128"/>
            </a:endParaRPr>
          </a:p>
        </p:txBody>
      </p:sp>
      <p:sp>
        <p:nvSpPr>
          <p:cNvPr id="2" name="직사각형 1">
            <a:extLst>
              <a:ext uri="{FF2B5EF4-FFF2-40B4-BE49-F238E27FC236}">
                <a16:creationId xmlns:a16="http://schemas.microsoft.com/office/drawing/2014/main" id="{EDBFD4B9-1DE7-7D16-394B-C78FDC9AA50E}"/>
              </a:ext>
            </a:extLst>
          </p:cNvPr>
          <p:cNvSpPr/>
          <p:nvPr/>
        </p:nvSpPr>
        <p:spPr>
          <a:xfrm>
            <a:off x="0" y="1086792"/>
            <a:ext cx="1048214" cy="2648656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ko-KR" altLang="en-US"/>
          </a:p>
        </p:txBody>
      </p:sp>
      <p:sp>
        <p:nvSpPr>
          <p:cNvPr id="3" name="직사각형 2">
            <a:extLst>
              <a:ext uri="{FF2B5EF4-FFF2-40B4-BE49-F238E27FC236}">
                <a16:creationId xmlns:a16="http://schemas.microsoft.com/office/drawing/2014/main" id="{F971DB06-0E47-D681-BC41-2B07C5008713}"/>
              </a:ext>
            </a:extLst>
          </p:cNvPr>
          <p:cNvSpPr/>
          <p:nvPr/>
        </p:nvSpPr>
        <p:spPr>
          <a:xfrm>
            <a:off x="1569809" y="1086792"/>
            <a:ext cx="9497223" cy="45719"/>
          </a:xfrm>
          <a:prstGeom prst="rect">
            <a:avLst/>
          </a:prstGeom>
          <a:solidFill>
            <a:srgbClr val="F2F2F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ko-KR" altLang="en-US"/>
          </a:p>
        </p:txBody>
      </p:sp>
    </p:spTree>
    <p:extLst>
      <p:ext uri="{BB962C8B-B14F-4D97-AF65-F5344CB8AC3E}">
        <p14:creationId xmlns:p14="http://schemas.microsoft.com/office/powerpoint/2010/main" val="2151833133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9DDF8E6-FA88-2E36-6414-E11ABE7F63B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그림 4">
            <a:extLst>
              <a:ext uri="{FF2B5EF4-FFF2-40B4-BE49-F238E27FC236}">
                <a16:creationId xmlns:a16="http://schemas.microsoft.com/office/drawing/2014/main" id="{4F3412A0-161D-F83D-960D-6CDB4F85A6A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2001" cy="6861745"/>
          </a:xfrm>
          <a:prstGeom prst="rect">
            <a:avLst/>
          </a:prstGeom>
        </p:spPr>
      </p:pic>
      <p:sp>
        <p:nvSpPr>
          <p:cNvPr id="10" name="모서리가 둥근 직사각형 9">
            <a:extLst>
              <a:ext uri="{FF2B5EF4-FFF2-40B4-BE49-F238E27FC236}">
                <a16:creationId xmlns:a16="http://schemas.microsoft.com/office/drawing/2014/main" id="{F38872F3-4F7E-6E9C-BA3D-0DCF7C16DFBB}"/>
              </a:ext>
            </a:extLst>
          </p:cNvPr>
          <p:cNvSpPr/>
          <p:nvPr/>
        </p:nvSpPr>
        <p:spPr>
          <a:xfrm flipH="1">
            <a:off x="375874" y="407856"/>
            <a:ext cx="45719" cy="641829"/>
          </a:xfrm>
          <a:prstGeom prst="roundRect">
            <a:avLst/>
          </a:prstGeom>
          <a:solidFill>
            <a:srgbClr val="20307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ko-KR" altLang="en-US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D46A1D1F-F8BA-C348-1807-2F696FD733DF}"/>
              </a:ext>
            </a:extLst>
          </p:cNvPr>
          <p:cNvSpPr txBox="1"/>
          <p:nvPr/>
        </p:nvSpPr>
        <p:spPr>
          <a:xfrm>
            <a:off x="519779" y="358229"/>
            <a:ext cx="9823121" cy="73866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2600" b="1" dirty="0">
                <a:solidFill>
                  <a:srgbClr val="202946"/>
                </a:solidFill>
                <a:effectLst/>
                <a:latin typeface="Pretendard Variable ExtraBold" panose="02000003000000020004" pitchFamily="2" charset="-127"/>
                <a:ea typeface="Pretendard Variable ExtraBold" panose="02000003000000020004" pitchFamily="2" charset="-127"/>
                <a:cs typeface="Pretendard Variable ExtraBold" panose="02000003000000020004" pitchFamily="2" charset="-127"/>
              </a:rPr>
              <a:t>화면 설계서</a:t>
            </a:r>
            <a:endParaRPr lang="en-US" altLang="ko-KR" sz="2600" b="1" dirty="0">
              <a:solidFill>
                <a:srgbClr val="202946"/>
              </a:solidFill>
              <a:effectLst/>
              <a:latin typeface="Pretendard Variable ExtraBold" panose="02000003000000020004" pitchFamily="2" charset="-127"/>
              <a:ea typeface="Pretendard Variable ExtraBold" panose="02000003000000020004" pitchFamily="2" charset="-127"/>
              <a:cs typeface="Pretendard Variable ExtraBold" panose="02000003000000020004" pitchFamily="2" charset="-127"/>
            </a:endParaRPr>
          </a:p>
          <a:p>
            <a:r>
              <a:rPr lang="ko-KR" altLang="en-US" sz="1600" dirty="0">
                <a:solidFill>
                  <a:srgbClr val="4D5F8F"/>
                </a:solidFill>
                <a:latin typeface="Pretendard Variable SemiBold" panose="02000003000000020004" pitchFamily="2" charset="-127"/>
                <a:ea typeface="Pretendard Variable SemiBold" panose="02000003000000020004" pitchFamily="2" charset="-127"/>
                <a:cs typeface="Pretendard Variable SemiBold" panose="02000003000000020004" pitchFamily="2" charset="-127"/>
              </a:rPr>
              <a:t>메인 화면</a:t>
            </a:r>
            <a:endParaRPr lang="ko-KR" altLang="en-US" sz="1600" dirty="0">
              <a:solidFill>
                <a:srgbClr val="4D5F8F"/>
              </a:solidFill>
              <a:effectLst/>
              <a:latin typeface="Pretendard Variable SemiBold" panose="02000003000000020004" pitchFamily="2" charset="-127"/>
              <a:ea typeface="Pretendard Variable SemiBold" panose="02000003000000020004" pitchFamily="2" charset="-127"/>
              <a:cs typeface="Pretendard Variable SemiBold" panose="02000003000000020004" pitchFamily="2" charset="-127"/>
            </a:endParaRPr>
          </a:p>
        </p:txBody>
      </p:sp>
      <p:graphicFrame>
        <p:nvGraphicFramePr>
          <p:cNvPr id="4" name="표 3">
            <a:extLst>
              <a:ext uri="{FF2B5EF4-FFF2-40B4-BE49-F238E27FC236}">
                <a16:creationId xmlns:a16="http://schemas.microsoft.com/office/drawing/2014/main" id="{EBB9451F-D011-3E1A-13B8-32C970302C9B}"/>
              </a:ext>
            </a:extLst>
          </p:cNvPr>
          <p:cNvGraphicFramePr>
            <a:graphicFrameLocks noGrp="1"/>
          </p:cNvGraphicFramePr>
          <p:nvPr/>
        </p:nvGraphicFramePr>
        <p:xfrm>
          <a:off x="8463343" y="1508492"/>
          <a:ext cx="3464569" cy="4230157"/>
        </p:xfrm>
        <a:graphic>
          <a:graphicData uri="http://schemas.openxmlformats.org/drawingml/2006/table">
            <a:tbl>
              <a:tblPr>
                <a:solidFill>
                  <a:srgbClr val="D9E2F0"/>
                </a:solidFill>
                <a:tableStyleId>{073A0DAA-6AF3-43AB-8588-CEC1D06C72B9}</a:tableStyleId>
              </a:tblPr>
              <a:tblGrid>
                <a:gridCol w="640007">
                  <a:extLst>
                    <a:ext uri="{9D8B030D-6E8A-4147-A177-3AD203B41FA5}">
                      <a16:colId xmlns:a16="http://schemas.microsoft.com/office/drawing/2014/main" val="3609243270"/>
                    </a:ext>
                  </a:extLst>
                </a:gridCol>
                <a:gridCol w="2824562">
                  <a:extLst>
                    <a:ext uri="{9D8B030D-6E8A-4147-A177-3AD203B41FA5}">
                      <a16:colId xmlns:a16="http://schemas.microsoft.com/office/drawing/2014/main" val="3085350586"/>
                    </a:ext>
                  </a:extLst>
                </a:gridCol>
              </a:tblGrid>
              <a:tr h="232661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kern="1200" dirty="0">
                          <a:ln>
                            <a:solidFill>
                              <a:srgbClr val="4472C4">
                                <a:alpha val="0"/>
                              </a:srgbClr>
                            </a:solidFill>
                          </a:ln>
                          <a:solidFill>
                            <a:srgbClr val="202946"/>
                          </a:solidFill>
                          <a:latin typeface="Pretendard Variable SemiBold" panose="02000003000000020004" pitchFamily="2" charset="-127"/>
                          <a:ea typeface="Pretendard Variable SemiBold" panose="02000003000000020004" pitchFamily="2" charset="-127"/>
                          <a:cs typeface="Pretendard Variable SemiBold" panose="02000003000000020004" pitchFamily="2" charset="-127"/>
                        </a:rPr>
                        <a:t>구분</a:t>
                      </a:r>
                    </a:p>
                  </a:txBody>
                  <a:tcPr marL="4265" marR="4265" marT="4265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kern="1200" dirty="0">
                          <a:ln>
                            <a:solidFill>
                              <a:srgbClr val="4472C4">
                                <a:alpha val="0"/>
                              </a:srgbClr>
                            </a:solidFill>
                          </a:ln>
                          <a:solidFill>
                            <a:srgbClr val="202946"/>
                          </a:solidFill>
                          <a:latin typeface="Pretendard Variable SemiBold" panose="02000003000000020004" pitchFamily="2" charset="-127"/>
                          <a:ea typeface="Pretendard Variable SemiBold" panose="02000003000000020004" pitchFamily="2" charset="-127"/>
                          <a:cs typeface="Pretendard Variable SemiBold" panose="02000003000000020004" pitchFamily="2" charset="-127"/>
                        </a:rPr>
                        <a:t>내용</a:t>
                      </a:r>
                    </a:p>
                  </a:txBody>
                  <a:tcPr marL="4265" marR="4265" marT="426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213331099"/>
                  </a:ext>
                </a:extLst>
              </a:tr>
              <a:tr h="999374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altLang="ko-KR" sz="1000" b="1" i="0" kern="1200" dirty="0">
                          <a:ln>
                            <a:solidFill>
                              <a:srgbClr val="4472C4">
                                <a:alpha val="0"/>
                              </a:srgbClr>
                            </a:solidFill>
                          </a:ln>
                          <a:solidFill>
                            <a:srgbClr val="202946"/>
                          </a:solidFill>
                          <a:latin typeface="Pretendard Variable SemiBold" panose="02000003000000020004" pitchFamily="2" charset="-127"/>
                          <a:ea typeface="Pretendard Variable SemiBold" panose="02000003000000020004" pitchFamily="2" charset="-127"/>
                          <a:cs typeface="Pretendard Variable SemiBold" panose="02000003000000020004" pitchFamily="2" charset="-127"/>
                        </a:rPr>
                        <a:t>1</a:t>
                      </a:r>
                      <a:endParaRPr lang="ko-KR" altLang="en-US" sz="1000" b="1" i="0" kern="1200" dirty="0">
                        <a:ln>
                          <a:solidFill>
                            <a:srgbClr val="4472C4">
                              <a:alpha val="0"/>
                            </a:srgbClr>
                          </a:solidFill>
                        </a:ln>
                        <a:solidFill>
                          <a:srgbClr val="202946"/>
                        </a:solidFill>
                        <a:latin typeface="Pretendard Variable SemiBold" panose="02000003000000020004" pitchFamily="2" charset="-127"/>
                        <a:ea typeface="Pretendard Variable SemiBold" panose="02000003000000020004" pitchFamily="2" charset="-127"/>
                        <a:cs typeface="Pretendard Variable SemiBold" panose="02000003000000020004" pitchFamily="2" charset="-127"/>
                      </a:endParaRPr>
                    </a:p>
                  </a:txBody>
                  <a:tcPr marL="4265" marR="4265" marT="4265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1" i="0" kern="1200" dirty="0">
                          <a:ln>
                            <a:solidFill>
                              <a:srgbClr val="4472C4">
                                <a:alpha val="0"/>
                              </a:srgbClr>
                            </a:solidFill>
                          </a:ln>
                          <a:solidFill>
                            <a:srgbClr val="202946"/>
                          </a:solidFill>
                          <a:latin typeface="Pretendard Variable SemiBold" panose="02000003000000020004" pitchFamily="2" charset="-127"/>
                          <a:ea typeface="Pretendard Variable SemiBold" panose="02000003000000020004" pitchFamily="2" charset="-127"/>
                          <a:cs typeface="Pretendard Variable SemiBold" panose="02000003000000020004" pitchFamily="2" charset="-127"/>
                        </a:rPr>
                        <a:t> 로고 삽입</a:t>
                      </a:r>
                    </a:p>
                  </a:txBody>
                  <a:tcPr marL="4265" marR="4265" marT="426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765427849"/>
                  </a:ext>
                </a:extLst>
              </a:tr>
              <a:tr h="999374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altLang="ko-KR" sz="1000" b="1" i="0" kern="1200" dirty="0">
                          <a:ln>
                            <a:solidFill>
                              <a:srgbClr val="4472C4">
                                <a:alpha val="0"/>
                              </a:srgbClr>
                            </a:solidFill>
                          </a:ln>
                          <a:solidFill>
                            <a:srgbClr val="202946"/>
                          </a:solidFill>
                          <a:latin typeface="Pretendard Variable SemiBold" panose="02000003000000020004" pitchFamily="2" charset="-127"/>
                          <a:ea typeface="Pretendard Variable SemiBold" panose="02000003000000020004" pitchFamily="2" charset="-127"/>
                          <a:cs typeface="Pretendard Variable SemiBold" panose="02000003000000020004" pitchFamily="2" charset="-127"/>
                        </a:rPr>
                        <a:t>2</a:t>
                      </a:r>
                      <a:endParaRPr lang="en-US" sz="1000" b="1" i="0" kern="1200" dirty="0">
                        <a:ln>
                          <a:solidFill>
                            <a:srgbClr val="4472C4">
                              <a:alpha val="0"/>
                            </a:srgbClr>
                          </a:solidFill>
                        </a:ln>
                        <a:solidFill>
                          <a:srgbClr val="202946"/>
                        </a:solidFill>
                        <a:latin typeface="Pretendard Variable SemiBold" panose="02000003000000020004" pitchFamily="2" charset="-127"/>
                        <a:ea typeface="Pretendard Variable SemiBold" panose="02000003000000020004" pitchFamily="2" charset="-127"/>
                        <a:cs typeface="Pretendard Variable SemiBold" panose="02000003000000020004" pitchFamily="2" charset="-127"/>
                      </a:endParaRPr>
                    </a:p>
                  </a:txBody>
                  <a:tcPr marL="4265" marR="4265" marT="4265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1" i="0" kern="1200" dirty="0">
                          <a:ln>
                            <a:solidFill>
                              <a:srgbClr val="4472C4">
                                <a:alpha val="0"/>
                              </a:srgbClr>
                            </a:solidFill>
                          </a:ln>
                          <a:solidFill>
                            <a:srgbClr val="202946"/>
                          </a:solidFill>
                          <a:latin typeface="Pretendard Variable SemiBold" panose="02000003000000020004" pitchFamily="2" charset="-127"/>
                          <a:ea typeface="Pretendard Variable SemiBold" panose="02000003000000020004" pitchFamily="2" charset="-127"/>
                          <a:cs typeface="Pretendard Variable SemiBold" panose="02000003000000020004" pitchFamily="2" charset="-127"/>
                        </a:rPr>
                        <a:t>네비게이션 바 </a:t>
                      </a:r>
                      <a:endParaRPr lang="en-US" altLang="ko-KR" sz="1000" b="1" i="0" kern="1200" dirty="0">
                        <a:ln>
                          <a:solidFill>
                            <a:srgbClr val="4472C4">
                              <a:alpha val="0"/>
                            </a:srgbClr>
                          </a:solidFill>
                        </a:ln>
                        <a:solidFill>
                          <a:srgbClr val="202946"/>
                        </a:solidFill>
                        <a:latin typeface="Pretendard Variable SemiBold" panose="02000003000000020004" pitchFamily="2" charset="-127"/>
                        <a:ea typeface="Pretendard Variable SemiBold" panose="02000003000000020004" pitchFamily="2" charset="-127"/>
                        <a:cs typeface="Pretendard Variable SemiBold" panose="02000003000000020004" pitchFamily="2" charset="-127"/>
                      </a:endParaRPr>
                    </a:p>
                    <a:p>
                      <a:pPr algn="l" fontAlgn="ctr">
                        <a:buNone/>
                      </a:pPr>
                      <a:r>
                        <a:rPr lang="ko-KR" altLang="en-US" sz="1000" b="1" i="0" kern="1200" dirty="0">
                          <a:ln>
                            <a:solidFill>
                              <a:srgbClr val="4472C4">
                                <a:alpha val="0"/>
                              </a:srgbClr>
                            </a:solidFill>
                          </a:ln>
                          <a:solidFill>
                            <a:srgbClr val="202946"/>
                          </a:solidFill>
                          <a:latin typeface="Pretendard Variable SemiBold" panose="02000003000000020004" pitchFamily="2" charset="-127"/>
                          <a:ea typeface="Pretendard Variable SemiBold" panose="02000003000000020004" pitchFamily="2" charset="-127"/>
                          <a:cs typeface="Pretendard Variable SemiBold" panose="02000003000000020004" pitchFamily="2" charset="-127"/>
                        </a:rPr>
                        <a:t> </a:t>
                      </a:r>
                      <a:r>
                        <a:rPr lang="en-US" altLang="ko-KR" sz="1000" b="1" i="0" kern="1200" dirty="0">
                          <a:ln>
                            <a:solidFill>
                              <a:srgbClr val="4472C4">
                                <a:alpha val="0"/>
                              </a:srgbClr>
                            </a:solidFill>
                          </a:ln>
                          <a:solidFill>
                            <a:srgbClr val="202946"/>
                          </a:solidFill>
                          <a:latin typeface="Pretendard Variable SemiBold" panose="02000003000000020004" pitchFamily="2" charset="-127"/>
                          <a:ea typeface="Pretendard Variable SemiBold" panose="02000003000000020004" pitchFamily="2" charset="-127"/>
                          <a:cs typeface="Pretendard Variable SemiBold" panose="02000003000000020004" pitchFamily="2" charset="-127"/>
                        </a:rPr>
                        <a:t>-</a:t>
                      </a:r>
                      <a:r>
                        <a:rPr lang="ko-KR" altLang="en-US" sz="1000" b="1" i="0" kern="1200" dirty="0">
                          <a:ln>
                            <a:solidFill>
                              <a:srgbClr val="4472C4">
                                <a:alpha val="0"/>
                              </a:srgbClr>
                            </a:solidFill>
                          </a:ln>
                          <a:solidFill>
                            <a:srgbClr val="202946"/>
                          </a:solidFill>
                          <a:latin typeface="Pretendard Variable SemiBold" panose="02000003000000020004" pitchFamily="2" charset="-127"/>
                          <a:ea typeface="Pretendard Variable SemiBold" panose="02000003000000020004" pitchFamily="2" charset="-127"/>
                          <a:cs typeface="Pretendard Variable SemiBold" panose="02000003000000020004" pitchFamily="2" charset="-127"/>
                        </a:rPr>
                        <a:t> 서비스 소개</a:t>
                      </a:r>
                      <a:r>
                        <a:rPr lang="en-US" altLang="ko-KR" sz="1000" b="1" i="0" kern="1200" dirty="0">
                          <a:ln>
                            <a:solidFill>
                              <a:srgbClr val="4472C4">
                                <a:alpha val="0"/>
                              </a:srgbClr>
                            </a:solidFill>
                          </a:ln>
                          <a:solidFill>
                            <a:srgbClr val="202946"/>
                          </a:solidFill>
                          <a:latin typeface="Pretendard Variable SemiBold" panose="02000003000000020004" pitchFamily="2" charset="-127"/>
                          <a:ea typeface="Pretendard Variable SemiBold" panose="02000003000000020004" pitchFamily="2" charset="-127"/>
                          <a:cs typeface="Pretendard Variable SemiBold" panose="02000003000000020004" pitchFamily="2" charset="-127"/>
                        </a:rPr>
                        <a:t>:</a:t>
                      </a:r>
                      <a:r>
                        <a:rPr lang="ko-KR" altLang="en-US" sz="1000" b="1" i="0" kern="1200" dirty="0">
                          <a:ln>
                            <a:solidFill>
                              <a:srgbClr val="4472C4">
                                <a:alpha val="0"/>
                              </a:srgbClr>
                            </a:solidFill>
                          </a:ln>
                          <a:solidFill>
                            <a:srgbClr val="202946"/>
                          </a:solidFill>
                          <a:latin typeface="Pretendard Variable SemiBold" panose="02000003000000020004" pitchFamily="2" charset="-127"/>
                          <a:ea typeface="Pretendard Variable SemiBold" panose="02000003000000020004" pitchFamily="2" charset="-127"/>
                          <a:cs typeface="Pretendard Variable SemiBold" panose="02000003000000020004" pitchFamily="2" charset="-127"/>
                        </a:rPr>
                        <a:t> 메인 화면 이동</a:t>
                      </a:r>
                      <a:endParaRPr lang="en-US" altLang="ko-KR" sz="1000" b="1" i="0" kern="1200" dirty="0">
                        <a:ln>
                          <a:solidFill>
                            <a:srgbClr val="4472C4">
                              <a:alpha val="0"/>
                            </a:srgbClr>
                          </a:solidFill>
                        </a:ln>
                        <a:solidFill>
                          <a:srgbClr val="202946"/>
                        </a:solidFill>
                        <a:latin typeface="Pretendard Variable SemiBold" panose="02000003000000020004" pitchFamily="2" charset="-127"/>
                        <a:ea typeface="Pretendard Variable SemiBold" panose="02000003000000020004" pitchFamily="2" charset="-127"/>
                        <a:cs typeface="Pretendard Variable SemiBold" panose="02000003000000020004" pitchFamily="2" charset="-127"/>
                      </a:endParaRPr>
                    </a:p>
                    <a:p>
                      <a:pPr algn="l" fontAlgn="ctr">
                        <a:buNone/>
                      </a:pPr>
                      <a:r>
                        <a:rPr lang="ko-KR" altLang="en-US" sz="1000" b="1" i="0" kern="1200" dirty="0">
                          <a:ln>
                            <a:solidFill>
                              <a:srgbClr val="4472C4">
                                <a:alpha val="0"/>
                              </a:srgbClr>
                            </a:solidFill>
                          </a:ln>
                          <a:solidFill>
                            <a:srgbClr val="202946"/>
                          </a:solidFill>
                          <a:latin typeface="Pretendard Variable SemiBold" panose="02000003000000020004" pitchFamily="2" charset="-127"/>
                          <a:ea typeface="Pretendard Variable SemiBold" panose="02000003000000020004" pitchFamily="2" charset="-127"/>
                          <a:cs typeface="Pretendard Variable SemiBold" panose="02000003000000020004" pitchFamily="2" charset="-127"/>
                        </a:rPr>
                        <a:t> </a:t>
                      </a:r>
                      <a:r>
                        <a:rPr lang="en-US" altLang="ko-KR" sz="1000" b="1" i="0" kern="1200" dirty="0">
                          <a:ln>
                            <a:solidFill>
                              <a:srgbClr val="4472C4">
                                <a:alpha val="0"/>
                              </a:srgbClr>
                            </a:solidFill>
                          </a:ln>
                          <a:solidFill>
                            <a:srgbClr val="202946"/>
                          </a:solidFill>
                          <a:latin typeface="Pretendard Variable SemiBold" panose="02000003000000020004" pitchFamily="2" charset="-127"/>
                          <a:ea typeface="Pretendard Variable SemiBold" panose="02000003000000020004" pitchFamily="2" charset="-127"/>
                          <a:cs typeface="Pretendard Variable SemiBold" panose="02000003000000020004" pitchFamily="2" charset="-127"/>
                        </a:rPr>
                        <a:t>-</a:t>
                      </a:r>
                      <a:r>
                        <a:rPr lang="ko-KR" altLang="en-US" sz="1000" b="1" i="0" kern="1200" dirty="0">
                          <a:ln>
                            <a:solidFill>
                              <a:srgbClr val="4472C4">
                                <a:alpha val="0"/>
                              </a:srgbClr>
                            </a:solidFill>
                          </a:ln>
                          <a:solidFill>
                            <a:srgbClr val="202946"/>
                          </a:solidFill>
                          <a:latin typeface="Pretendard Variable SemiBold" panose="02000003000000020004" pitchFamily="2" charset="-127"/>
                          <a:ea typeface="Pretendard Variable SemiBold" panose="02000003000000020004" pitchFamily="2" charset="-127"/>
                          <a:cs typeface="Pretendard Variable SemiBold" panose="02000003000000020004" pitchFamily="2" charset="-127"/>
                        </a:rPr>
                        <a:t> 예측하기</a:t>
                      </a:r>
                      <a:r>
                        <a:rPr lang="en-US" altLang="ko-KR" sz="1000" b="1" i="0" kern="1200" dirty="0">
                          <a:ln>
                            <a:solidFill>
                              <a:srgbClr val="4472C4">
                                <a:alpha val="0"/>
                              </a:srgbClr>
                            </a:solidFill>
                          </a:ln>
                          <a:solidFill>
                            <a:srgbClr val="202946"/>
                          </a:solidFill>
                          <a:latin typeface="Pretendard Variable SemiBold" panose="02000003000000020004" pitchFamily="2" charset="-127"/>
                          <a:ea typeface="Pretendard Variable SemiBold" panose="02000003000000020004" pitchFamily="2" charset="-127"/>
                          <a:cs typeface="Pretendard Variable SemiBold" panose="02000003000000020004" pitchFamily="2" charset="-127"/>
                        </a:rPr>
                        <a:t>:</a:t>
                      </a:r>
                      <a:r>
                        <a:rPr lang="ko-KR" altLang="en-US" sz="1000" b="1" i="0" kern="1200" dirty="0">
                          <a:ln>
                            <a:solidFill>
                              <a:srgbClr val="4472C4">
                                <a:alpha val="0"/>
                              </a:srgbClr>
                            </a:solidFill>
                          </a:ln>
                          <a:solidFill>
                            <a:srgbClr val="202946"/>
                          </a:solidFill>
                          <a:latin typeface="Pretendard Variable SemiBold" panose="02000003000000020004" pitchFamily="2" charset="-127"/>
                          <a:ea typeface="Pretendard Variable SemiBold" panose="02000003000000020004" pitchFamily="2" charset="-127"/>
                          <a:cs typeface="Pretendard Variable SemiBold" panose="02000003000000020004" pitchFamily="2" charset="-127"/>
                        </a:rPr>
                        <a:t> 서비스 정보 입력하는 곳으로 이동</a:t>
                      </a:r>
                      <a:endParaRPr lang="en-US" altLang="ko-KR" sz="1000" b="1" i="0" kern="1200" dirty="0">
                        <a:ln>
                          <a:solidFill>
                            <a:srgbClr val="4472C4">
                              <a:alpha val="0"/>
                            </a:srgbClr>
                          </a:solidFill>
                        </a:ln>
                        <a:solidFill>
                          <a:srgbClr val="202946"/>
                        </a:solidFill>
                        <a:latin typeface="Pretendard Variable SemiBold" panose="02000003000000020004" pitchFamily="2" charset="-127"/>
                        <a:ea typeface="Pretendard Variable SemiBold" panose="02000003000000020004" pitchFamily="2" charset="-127"/>
                        <a:cs typeface="Pretendard Variable SemiBold" panose="02000003000000020004" pitchFamily="2" charset="-127"/>
                      </a:endParaRPr>
                    </a:p>
                    <a:p>
                      <a:pPr algn="l" fontAlgn="ctr">
                        <a:buNone/>
                      </a:pPr>
                      <a:r>
                        <a:rPr lang="ko-KR" altLang="en-US" sz="1000" b="1" i="0" kern="1200" dirty="0">
                          <a:ln>
                            <a:solidFill>
                              <a:srgbClr val="4472C4">
                                <a:alpha val="0"/>
                              </a:srgbClr>
                            </a:solidFill>
                          </a:ln>
                          <a:solidFill>
                            <a:srgbClr val="202946"/>
                          </a:solidFill>
                          <a:latin typeface="Pretendard Variable SemiBold" panose="02000003000000020004" pitchFamily="2" charset="-127"/>
                          <a:ea typeface="Pretendard Variable SemiBold" panose="02000003000000020004" pitchFamily="2" charset="-127"/>
                          <a:cs typeface="Pretendard Variable SemiBold" panose="02000003000000020004" pitchFamily="2" charset="-127"/>
                        </a:rPr>
                        <a:t> </a:t>
                      </a:r>
                      <a:r>
                        <a:rPr lang="en-US" altLang="ko-KR" sz="1000" b="1" i="0" kern="1200" dirty="0">
                          <a:ln>
                            <a:solidFill>
                              <a:srgbClr val="4472C4">
                                <a:alpha val="0"/>
                              </a:srgbClr>
                            </a:solidFill>
                          </a:ln>
                          <a:solidFill>
                            <a:srgbClr val="202946"/>
                          </a:solidFill>
                          <a:latin typeface="Pretendard Variable SemiBold" panose="02000003000000020004" pitchFamily="2" charset="-127"/>
                          <a:ea typeface="Pretendard Variable SemiBold" panose="02000003000000020004" pitchFamily="2" charset="-127"/>
                          <a:cs typeface="Pretendard Variable SemiBold" panose="02000003000000020004" pitchFamily="2" charset="-127"/>
                        </a:rPr>
                        <a:t>-</a:t>
                      </a:r>
                      <a:r>
                        <a:rPr lang="ko-KR" altLang="en-US" sz="1000" b="1" i="0" kern="1200" dirty="0">
                          <a:ln>
                            <a:solidFill>
                              <a:srgbClr val="4472C4">
                                <a:alpha val="0"/>
                              </a:srgbClr>
                            </a:solidFill>
                          </a:ln>
                          <a:solidFill>
                            <a:srgbClr val="202946"/>
                          </a:solidFill>
                          <a:latin typeface="Pretendard Variable SemiBold" panose="02000003000000020004" pitchFamily="2" charset="-127"/>
                          <a:ea typeface="Pretendard Variable SemiBold" panose="02000003000000020004" pitchFamily="2" charset="-127"/>
                          <a:cs typeface="Pretendard Variable SemiBold" panose="02000003000000020004" pitchFamily="2" charset="-127"/>
                        </a:rPr>
                        <a:t> 결과 이력</a:t>
                      </a:r>
                      <a:r>
                        <a:rPr lang="en-US" altLang="ko-KR" sz="1000" b="1" i="0" kern="1200" dirty="0">
                          <a:ln>
                            <a:solidFill>
                              <a:srgbClr val="4472C4">
                                <a:alpha val="0"/>
                              </a:srgbClr>
                            </a:solidFill>
                          </a:ln>
                          <a:solidFill>
                            <a:srgbClr val="202946"/>
                          </a:solidFill>
                          <a:latin typeface="Pretendard Variable SemiBold" panose="02000003000000020004" pitchFamily="2" charset="-127"/>
                          <a:ea typeface="Pretendard Variable SemiBold" panose="02000003000000020004" pitchFamily="2" charset="-127"/>
                          <a:cs typeface="Pretendard Variable SemiBold" panose="02000003000000020004" pitchFamily="2" charset="-127"/>
                        </a:rPr>
                        <a:t>:</a:t>
                      </a:r>
                      <a:r>
                        <a:rPr lang="ko-KR" altLang="en-US" sz="1000" b="1" i="0" kern="1200" dirty="0">
                          <a:ln>
                            <a:solidFill>
                              <a:srgbClr val="4472C4">
                                <a:alpha val="0"/>
                              </a:srgbClr>
                            </a:solidFill>
                          </a:ln>
                          <a:solidFill>
                            <a:srgbClr val="202946"/>
                          </a:solidFill>
                          <a:latin typeface="Pretendard Variable SemiBold" panose="02000003000000020004" pitchFamily="2" charset="-127"/>
                          <a:ea typeface="Pretendard Variable SemiBold" panose="02000003000000020004" pitchFamily="2" charset="-127"/>
                          <a:cs typeface="Pretendard Variable SemiBold" panose="02000003000000020004" pitchFamily="2" charset="-127"/>
                        </a:rPr>
                        <a:t> </a:t>
                      </a:r>
                      <a:endParaRPr lang="en-US" altLang="ko-KR" sz="1000" b="1" i="0" kern="1200" dirty="0">
                        <a:ln>
                          <a:solidFill>
                            <a:srgbClr val="4472C4">
                              <a:alpha val="0"/>
                            </a:srgbClr>
                          </a:solidFill>
                        </a:ln>
                        <a:solidFill>
                          <a:srgbClr val="202946"/>
                        </a:solidFill>
                        <a:latin typeface="Pretendard Variable SemiBold" panose="02000003000000020004" pitchFamily="2" charset="-127"/>
                        <a:ea typeface="Pretendard Variable SemiBold" panose="02000003000000020004" pitchFamily="2" charset="-127"/>
                        <a:cs typeface="Pretendard Variable SemiBold" panose="02000003000000020004" pitchFamily="2" charset="-127"/>
                      </a:endParaRPr>
                    </a:p>
                    <a:p>
                      <a:pPr algn="l" fontAlgn="ctr">
                        <a:buNone/>
                      </a:pPr>
                      <a:r>
                        <a:rPr lang="ko-KR" altLang="en-US" sz="1000" b="1" i="0" kern="1200" dirty="0">
                          <a:ln>
                            <a:solidFill>
                              <a:srgbClr val="4472C4">
                                <a:alpha val="0"/>
                              </a:srgbClr>
                            </a:solidFill>
                          </a:ln>
                          <a:solidFill>
                            <a:srgbClr val="202946"/>
                          </a:solidFill>
                          <a:latin typeface="Pretendard Variable SemiBold" panose="02000003000000020004" pitchFamily="2" charset="-127"/>
                          <a:ea typeface="Pretendard Variable SemiBold" panose="02000003000000020004" pitchFamily="2" charset="-127"/>
                          <a:cs typeface="Pretendard Variable SemiBold" panose="02000003000000020004" pitchFamily="2" charset="-127"/>
                        </a:rPr>
                        <a:t> </a:t>
                      </a:r>
                      <a:r>
                        <a:rPr lang="ko-KR" altLang="en-US" sz="1000" b="1" i="0" kern="1200" dirty="0" err="1">
                          <a:ln>
                            <a:solidFill>
                              <a:srgbClr val="4472C4">
                                <a:alpha val="0"/>
                              </a:srgbClr>
                            </a:solidFill>
                          </a:ln>
                          <a:solidFill>
                            <a:srgbClr val="202946"/>
                          </a:solidFill>
                          <a:latin typeface="Pretendard Variable SemiBold" panose="02000003000000020004" pitchFamily="2" charset="-127"/>
                          <a:ea typeface="Pretendard Variable SemiBold" panose="02000003000000020004" pitchFamily="2" charset="-127"/>
                          <a:cs typeface="Pretendard Variable SemiBold" panose="02000003000000020004" pitchFamily="2" charset="-127"/>
                        </a:rPr>
                        <a:t>ㄴ</a:t>
                      </a:r>
                      <a:r>
                        <a:rPr lang="en-US" altLang="ko-KR" sz="1000" b="1" i="0" kern="1200" dirty="0">
                          <a:ln>
                            <a:solidFill>
                              <a:srgbClr val="4472C4">
                                <a:alpha val="0"/>
                              </a:srgbClr>
                            </a:solidFill>
                          </a:ln>
                          <a:solidFill>
                            <a:srgbClr val="202946"/>
                          </a:solidFill>
                          <a:latin typeface="Pretendard Variable SemiBold" panose="02000003000000020004" pitchFamily="2" charset="-127"/>
                          <a:ea typeface="Pretendard Variable SemiBold" panose="02000003000000020004" pitchFamily="2" charset="-127"/>
                          <a:cs typeface="Pretendard Variable SemiBold" panose="02000003000000020004" pitchFamily="2" charset="-127"/>
                        </a:rPr>
                        <a:t>(</a:t>
                      </a:r>
                      <a:r>
                        <a:rPr lang="ko-KR" altLang="en-US" sz="1000" b="1" i="0" kern="1200" dirty="0">
                          <a:ln>
                            <a:solidFill>
                              <a:srgbClr val="4472C4">
                                <a:alpha val="0"/>
                              </a:srgbClr>
                            </a:solidFill>
                          </a:ln>
                          <a:solidFill>
                            <a:srgbClr val="202946"/>
                          </a:solidFill>
                          <a:latin typeface="Pretendard Variable SemiBold" panose="02000003000000020004" pitchFamily="2" charset="-127"/>
                          <a:ea typeface="Pretendard Variable SemiBold" panose="02000003000000020004" pitchFamily="2" charset="-127"/>
                          <a:cs typeface="Pretendard Variable SemiBold" panose="02000003000000020004" pitchFamily="2" charset="-127"/>
                        </a:rPr>
                        <a:t>로그인</a:t>
                      </a:r>
                      <a:r>
                        <a:rPr lang="en-US" altLang="ko-KR" sz="1000" b="1" i="0" kern="1200" dirty="0">
                          <a:ln>
                            <a:solidFill>
                              <a:srgbClr val="4472C4">
                                <a:alpha val="0"/>
                              </a:srgbClr>
                            </a:solidFill>
                          </a:ln>
                          <a:solidFill>
                            <a:srgbClr val="202946"/>
                          </a:solidFill>
                          <a:latin typeface="Pretendard Variable SemiBold" panose="02000003000000020004" pitchFamily="2" charset="-127"/>
                          <a:ea typeface="Pretendard Variable SemiBold" panose="02000003000000020004" pitchFamily="2" charset="-127"/>
                          <a:cs typeface="Pretendard Variable SemiBold" panose="02000003000000020004" pitchFamily="2" charset="-127"/>
                        </a:rPr>
                        <a:t>)</a:t>
                      </a:r>
                      <a:r>
                        <a:rPr lang="ko-KR" altLang="en-US" sz="1000" b="1" i="0" kern="1200" dirty="0">
                          <a:ln>
                            <a:solidFill>
                              <a:srgbClr val="4472C4">
                                <a:alpha val="0"/>
                              </a:srgbClr>
                            </a:solidFill>
                          </a:ln>
                          <a:solidFill>
                            <a:srgbClr val="202946"/>
                          </a:solidFill>
                          <a:latin typeface="Pretendard Variable SemiBold" panose="02000003000000020004" pitchFamily="2" charset="-127"/>
                          <a:ea typeface="Pretendard Variable SemiBold" panose="02000003000000020004" pitchFamily="2" charset="-127"/>
                          <a:cs typeface="Pretendard Variable SemiBold" panose="02000003000000020004" pitchFamily="2" charset="-127"/>
                        </a:rPr>
                        <a:t> 기존 결과 제공</a:t>
                      </a:r>
                      <a:endParaRPr lang="en-US" altLang="ko-KR" sz="1000" b="1" i="0" kern="1200" dirty="0">
                        <a:ln>
                          <a:solidFill>
                            <a:srgbClr val="4472C4">
                              <a:alpha val="0"/>
                            </a:srgbClr>
                          </a:solidFill>
                        </a:ln>
                        <a:solidFill>
                          <a:srgbClr val="202946"/>
                        </a:solidFill>
                        <a:latin typeface="Pretendard Variable SemiBold" panose="02000003000000020004" pitchFamily="2" charset="-127"/>
                        <a:ea typeface="Pretendard Variable SemiBold" panose="02000003000000020004" pitchFamily="2" charset="-127"/>
                        <a:cs typeface="Pretendard Variable SemiBold" panose="02000003000000020004" pitchFamily="2" charset="-127"/>
                      </a:endParaRPr>
                    </a:p>
                    <a:p>
                      <a:pPr algn="l" fontAlgn="ctr">
                        <a:buNone/>
                      </a:pPr>
                      <a:r>
                        <a:rPr lang="ko-KR" altLang="en-US" sz="1000" b="1" i="0" kern="1200" dirty="0">
                          <a:ln>
                            <a:solidFill>
                              <a:srgbClr val="4472C4">
                                <a:alpha val="0"/>
                              </a:srgbClr>
                            </a:solidFill>
                          </a:ln>
                          <a:solidFill>
                            <a:srgbClr val="202946"/>
                          </a:solidFill>
                          <a:latin typeface="Pretendard Variable SemiBold" panose="02000003000000020004" pitchFamily="2" charset="-127"/>
                          <a:ea typeface="Pretendard Variable SemiBold" panose="02000003000000020004" pitchFamily="2" charset="-127"/>
                          <a:cs typeface="Pretendard Variable SemiBold" panose="02000003000000020004" pitchFamily="2" charset="-127"/>
                        </a:rPr>
                        <a:t> </a:t>
                      </a:r>
                      <a:r>
                        <a:rPr lang="ko-KR" altLang="en-US" sz="1000" b="1" i="0" kern="1200" dirty="0" err="1">
                          <a:ln>
                            <a:solidFill>
                              <a:srgbClr val="4472C4">
                                <a:alpha val="0"/>
                              </a:srgbClr>
                            </a:solidFill>
                          </a:ln>
                          <a:solidFill>
                            <a:srgbClr val="202946"/>
                          </a:solidFill>
                          <a:latin typeface="Pretendard Variable SemiBold" panose="02000003000000020004" pitchFamily="2" charset="-127"/>
                          <a:ea typeface="Pretendard Variable SemiBold" panose="02000003000000020004" pitchFamily="2" charset="-127"/>
                          <a:cs typeface="Pretendard Variable SemiBold" panose="02000003000000020004" pitchFamily="2" charset="-127"/>
                        </a:rPr>
                        <a:t>ㄴ</a:t>
                      </a:r>
                      <a:r>
                        <a:rPr lang="en-US" altLang="ko-KR" sz="1000" b="1" i="0" kern="1200" dirty="0">
                          <a:ln>
                            <a:solidFill>
                              <a:srgbClr val="4472C4">
                                <a:alpha val="0"/>
                              </a:srgbClr>
                            </a:solidFill>
                          </a:ln>
                          <a:solidFill>
                            <a:srgbClr val="202946"/>
                          </a:solidFill>
                          <a:latin typeface="Pretendard Variable SemiBold" panose="02000003000000020004" pitchFamily="2" charset="-127"/>
                          <a:ea typeface="Pretendard Variable SemiBold" panose="02000003000000020004" pitchFamily="2" charset="-127"/>
                          <a:cs typeface="Pretendard Variable SemiBold" panose="02000003000000020004" pitchFamily="2" charset="-127"/>
                        </a:rPr>
                        <a:t>(</a:t>
                      </a:r>
                      <a:r>
                        <a:rPr lang="ko-KR" altLang="en-US" sz="1000" b="1" i="0" kern="1200" dirty="0">
                          <a:ln>
                            <a:solidFill>
                              <a:srgbClr val="4472C4">
                                <a:alpha val="0"/>
                              </a:srgbClr>
                            </a:solidFill>
                          </a:ln>
                          <a:solidFill>
                            <a:srgbClr val="202946"/>
                          </a:solidFill>
                          <a:latin typeface="Pretendard Variable SemiBold" panose="02000003000000020004" pitchFamily="2" charset="-127"/>
                          <a:ea typeface="Pretendard Variable SemiBold" panose="02000003000000020004" pitchFamily="2" charset="-127"/>
                          <a:cs typeface="Pretendard Variable SemiBold" panose="02000003000000020004" pitchFamily="2" charset="-127"/>
                        </a:rPr>
                        <a:t>비로그인</a:t>
                      </a:r>
                      <a:r>
                        <a:rPr lang="en-US" altLang="ko-KR" sz="1000" b="1" i="0" kern="1200" dirty="0">
                          <a:ln>
                            <a:solidFill>
                              <a:srgbClr val="4472C4">
                                <a:alpha val="0"/>
                              </a:srgbClr>
                            </a:solidFill>
                          </a:ln>
                          <a:solidFill>
                            <a:srgbClr val="202946"/>
                          </a:solidFill>
                          <a:latin typeface="Pretendard Variable SemiBold" panose="02000003000000020004" pitchFamily="2" charset="-127"/>
                          <a:ea typeface="Pretendard Variable SemiBold" panose="02000003000000020004" pitchFamily="2" charset="-127"/>
                          <a:cs typeface="Pretendard Variable SemiBold" panose="02000003000000020004" pitchFamily="2" charset="-127"/>
                        </a:rPr>
                        <a:t>)</a:t>
                      </a:r>
                      <a:r>
                        <a:rPr lang="ko-KR" altLang="en-US" sz="1000" b="1" i="0" kern="1200" dirty="0">
                          <a:ln>
                            <a:solidFill>
                              <a:srgbClr val="4472C4">
                                <a:alpha val="0"/>
                              </a:srgbClr>
                            </a:solidFill>
                          </a:ln>
                          <a:solidFill>
                            <a:srgbClr val="202946"/>
                          </a:solidFill>
                          <a:latin typeface="Pretendard Variable SemiBold" panose="02000003000000020004" pitchFamily="2" charset="-127"/>
                          <a:ea typeface="Pretendard Variable SemiBold" panose="02000003000000020004" pitchFamily="2" charset="-127"/>
                          <a:cs typeface="Pretendard Variable SemiBold" panose="02000003000000020004" pitchFamily="2" charset="-127"/>
                        </a:rPr>
                        <a:t> 로그인을 해주세요 문구 노출</a:t>
                      </a:r>
                      <a:endParaRPr lang="en-US" altLang="ko-KR" sz="1000" b="1" i="0" kern="1200" dirty="0">
                        <a:ln>
                          <a:solidFill>
                            <a:srgbClr val="4472C4">
                              <a:alpha val="0"/>
                            </a:srgbClr>
                          </a:solidFill>
                        </a:ln>
                        <a:solidFill>
                          <a:srgbClr val="202946"/>
                        </a:solidFill>
                        <a:latin typeface="Pretendard Variable SemiBold" panose="02000003000000020004" pitchFamily="2" charset="-127"/>
                        <a:ea typeface="Pretendard Variable SemiBold" panose="02000003000000020004" pitchFamily="2" charset="-127"/>
                        <a:cs typeface="Pretendard Variable SemiBold" panose="02000003000000020004" pitchFamily="2" charset="-127"/>
                      </a:endParaRPr>
                    </a:p>
                  </a:txBody>
                  <a:tcPr marL="4265" marR="4265" marT="426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414777288"/>
                  </a:ext>
                </a:extLst>
              </a:tr>
              <a:tr h="999374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altLang="ko-KR" sz="1000" b="1" i="0" kern="1200" dirty="0">
                          <a:ln>
                            <a:solidFill>
                              <a:srgbClr val="4472C4">
                                <a:alpha val="0"/>
                              </a:srgbClr>
                            </a:solidFill>
                          </a:ln>
                          <a:solidFill>
                            <a:srgbClr val="202946"/>
                          </a:solidFill>
                          <a:latin typeface="Pretendard Variable SemiBold" panose="02000003000000020004" pitchFamily="2" charset="-127"/>
                          <a:ea typeface="Pretendard Variable SemiBold" panose="02000003000000020004" pitchFamily="2" charset="-127"/>
                          <a:cs typeface="Pretendard Variable SemiBold" panose="02000003000000020004" pitchFamily="2" charset="-127"/>
                        </a:rPr>
                        <a:t>3</a:t>
                      </a:r>
                      <a:endParaRPr lang="en-US" sz="1000" b="1" i="0" kern="1200" dirty="0">
                        <a:ln>
                          <a:solidFill>
                            <a:srgbClr val="4472C4">
                              <a:alpha val="0"/>
                            </a:srgbClr>
                          </a:solidFill>
                        </a:ln>
                        <a:solidFill>
                          <a:srgbClr val="202946"/>
                        </a:solidFill>
                        <a:latin typeface="Pretendard Variable SemiBold" panose="02000003000000020004" pitchFamily="2" charset="-127"/>
                        <a:ea typeface="Pretendard Variable SemiBold" panose="02000003000000020004" pitchFamily="2" charset="-127"/>
                        <a:cs typeface="Pretendard Variable SemiBold" panose="02000003000000020004" pitchFamily="2" charset="-127"/>
                      </a:endParaRPr>
                    </a:p>
                  </a:txBody>
                  <a:tcPr marL="4265" marR="4265" marT="4265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1" i="0" kern="1200" dirty="0">
                          <a:ln>
                            <a:solidFill>
                              <a:srgbClr val="4472C4">
                                <a:alpha val="0"/>
                              </a:srgbClr>
                            </a:solidFill>
                          </a:ln>
                          <a:solidFill>
                            <a:srgbClr val="202946"/>
                          </a:solidFill>
                          <a:latin typeface="Pretendard Variable SemiBold" panose="02000003000000020004" pitchFamily="2" charset="-127"/>
                          <a:ea typeface="Pretendard Variable SemiBold" panose="02000003000000020004" pitchFamily="2" charset="-127"/>
                          <a:cs typeface="Pretendard Variable SemiBold" panose="02000003000000020004" pitchFamily="2" charset="-127"/>
                        </a:rPr>
                        <a:t> 서비스 시작 버튼 클릭 시 화면 이동</a:t>
                      </a:r>
                    </a:p>
                  </a:txBody>
                  <a:tcPr marL="4265" marR="4265" marT="426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779328815"/>
                  </a:ext>
                </a:extLst>
              </a:tr>
              <a:tr h="999374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altLang="ko-KR" sz="1000" b="1" i="0" kern="1200" dirty="0">
                          <a:ln>
                            <a:solidFill>
                              <a:srgbClr val="4472C4">
                                <a:alpha val="0"/>
                              </a:srgbClr>
                            </a:solidFill>
                          </a:ln>
                          <a:solidFill>
                            <a:srgbClr val="202946"/>
                          </a:solidFill>
                          <a:latin typeface="Pretendard Variable SemiBold" panose="02000003000000020004" pitchFamily="2" charset="-127"/>
                          <a:ea typeface="Pretendard Variable SemiBold" panose="02000003000000020004" pitchFamily="2" charset="-127"/>
                          <a:cs typeface="Pretendard Variable SemiBold" panose="02000003000000020004" pitchFamily="2" charset="-127"/>
                        </a:rPr>
                        <a:t>4</a:t>
                      </a:r>
                      <a:endParaRPr lang="en-US" sz="1000" b="1" i="0" kern="1200" dirty="0">
                        <a:ln>
                          <a:solidFill>
                            <a:srgbClr val="4472C4">
                              <a:alpha val="0"/>
                            </a:srgbClr>
                          </a:solidFill>
                        </a:ln>
                        <a:solidFill>
                          <a:srgbClr val="202946"/>
                        </a:solidFill>
                        <a:latin typeface="Pretendard Variable SemiBold" panose="02000003000000020004" pitchFamily="2" charset="-127"/>
                        <a:ea typeface="Pretendard Variable SemiBold" panose="02000003000000020004" pitchFamily="2" charset="-127"/>
                        <a:cs typeface="Pretendard Variable SemiBold" panose="02000003000000020004" pitchFamily="2" charset="-127"/>
                      </a:endParaRPr>
                    </a:p>
                  </a:txBody>
                  <a:tcPr marL="4265" marR="4265" marT="4265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1" i="0" kern="1200" dirty="0">
                          <a:ln>
                            <a:solidFill>
                              <a:srgbClr val="4472C4">
                                <a:alpha val="0"/>
                              </a:srgbClr>
                            </a:solidFill>
                          </a:ln>
                          <a:solidFill>
                            <a:srgbClr val="202946"/>
                          </a:solidFill>
                          <a:latin typeface="Pretendard Variable SemiBold" panose="02000003000000020004" pitchFamily="2" charset="-127"/>
                          <a:ea typeface="Pretendard Variable SemiBold" panose="02000003000000020004" pitchFamily="2" charset="-127"/>
                          <a:cs typeface="Pretendard Variable SemiBold" panose="02000003000000020004" pitchFamily="2" charset="-127"/>
                        </a:rPr>
                        <a:t> 자세히 보기 클릭 시 유의사항 페이지 이동</a:t>
                      </a:r>
                    </a:p>
                  </a:txBody>
                  <a:tcPr marL="4265" marR="4265" marT="426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920587223"/>
                  </a:ext>
                </a:extLst>
              </a:tr>
            </a:tbl>
          </a:graphicData>
        </a:graphic>
      </p:graphicFrame>
      <p:pic>
        <p:nvPicPr>
          <p:cNvPr id="3" name="그림 2">
            <a:extLst>
              <a:ext uri="{FF2B5EF4-FFF2-40B4-BE49-F238E27FC236}">
                <a16:creationId xmlns:a16="http://schemas.microsoft.com/office/drawing/2014/main" id="{3704E1FE-F509-70DF-E73F-C409A22DF230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75874" y="1504750"/>
            <a:ext cx="7772400" cy="4230158"/>
          </a:xfrm>
          <a:prstGeom prst="rect">
            <a:avLst/>
          </a:prstGeom>
        </p:spPr>
      </p:pic>
      <p:sp>
        <p:nvSpPr>
          <p:cNvPr id="6" name="액자 5">
            <a:extLst>
              <a:ext uri="{FF2B5EF4-FFF2-40B4-BE49-F238E27FC236}">
                <a16:creationId xmlns:a16="http://schemas.microsoft.com/office/drawing/2014/main" id="{3041223D-0F93-5E9C-32B7-BB055139DE98}"/>
              </a:ext>
            </a:extLst>
          </p:cNvPr>
          <p:cNvSpPr/>
          <p:nvPr/>
        </p:nvSpPr>
        <p:spPr>
          <a:xfrm>
            <a:off x="451410" y="1548250"/>
            <a:ext cx="837052" cy="298791"/>
          </a:xfrm>
          <a:prstGeom prst="frame">
            <a:avLst/>
          </a:prstGeom>
          <a:solidFill>
            <a:srgbClr val="FFC0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ko-KR" altLang="en-US">
              <a:solidFill>
                <a:schemeClr val="tx1"/>
              </a:solidFill>
            </a:endParaRPr>
          </a:p>
        </p:txBody>
      </p:sp>
      <p:sp>
        <p:nvSpPr>
          <p:cNvPr id="20" name="타원 19">
            <a:extLst>
              <a:ext uri="{FF2B5EF4-FFF2-40B4-BE49-F238E27FC236}">
                <a16:creationId xmlns:a16="http://schemas.microsoft.com/office/drawing/2014/main" id="{EDE14153-47B5-9556-69F7-336DFD171547}"/>
              </a:ext>
            </a:extLst>
          </p:cNvPr>
          <p:cNvSpPr/>
          <p:nvPr/>
        </p:nvSpPr>
        <p:spPr>
          <a:xfrm>
            <a:off x="56418" y="1536308"/>
            <a:ext cx="322673" cy="322673"/>
          </a:xfrm>
          <a:prstGeom prst="ellipse">
            <a:avLst/>
          </a:prstGeom>
          <a:solidFill>
            <a:srgbClr val="FFC0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b="1" dirty="0">
                <a:solidFill>
                  <a:schemeClr val="bg1"/>
                </a:solidFill>
                <a:latin typeface="Pretendard Variable Black" panose="02000003000000020004" pitchFamily="2" charset="-127"/>
                <a:ea typeface="Pretendard Variable Black" panose="02000003000000020004" pitchFamily="2" charset="-127"/>
                <a:cs typeface="Pretendard Variable Black" panose="02000003000000020004" pitchFamily="2" charset="-127"/>
              </a:rPr>
              <a:t>1</a:t>
            </a:r>
            <a:endParaRPr lang="ko-KR" altLang="en-US" b="1" dirty="0">
              <a:solidFill>
                <a:schemeClr val="bg1"/>
              </a:solidFill>
              <a:latin typeface="Pretendard Variable Black" panose="02000003000000020004" pitchFamily="2" charset="-127"/>
              <a:ea typeface="Pretendard Variable Black" panose="02000003000000020004" pitchFamily="2" charset="-127"/>
              <a:cs typeface="Pretendard Variable Black" panose="02000003000000020004" pitchFamily="2" charset="-127"/>
            </a:endParaRPr>
          </a:p>
        </p:txBody>
      </p:sp>
      <p:sp>
        <p:nvSpPr>
          <p:cNvPr id="21" name="액자 20">
            <a:extLst>
              <a:ext uri="{FF2B5EF4-FFF2-40B4-BE49-F238E27FC236}">
                <a16:creationId xmlns:a16="http://schemas.microsoft.com/office/drawing/2014/main" id="{62EB928E-7EA7-B790-CD05-29300A5A6EED}"/>
              </a:ext>
            </a:extLst>
          </p:cNvPr>
          <p:cNvSpPr/>
          <p:nvPr/>
        </p:nvSpPr>
        <p:spPr>
          <a:xfrm>
            <a:off x="5365372" y="1562488"/>
            <a:ext cx="2675385" cy="296494"/>
          </a:xfrm>
          <a:prstGeom prst="frame">
            <a:avLst/>
          </a:prstGeom>
          <a:solidFill>
            <a:srgbClr val="FFC0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ko-KR" altLang="en-US">
              <a:solidFill>
                <a:schemeClr val="tx1"/>
              </a:solidFill>
            </a:endParaRPr>
          </a:p>
        </p:txBody>
      </p:sp>
      <p:sp>
        <p:nvSpPr>
          <p:cNvPr id="22" name="타원 21">
            <a:extLst>
              <a:ext uri="{FF2B5EF4-FFF2-40B4-BE49-F238E27FC236}">
                <a16:creationId xmlns:a16="http://schemas.microsoft.com/office/drawing/2014/main" id="{0BE4481C-0A3E-CDA7-2226-D7A40B040733}"/>
              </a:ext>
            </a:extLst>
          </p:cNvPr>
          <p:cNvSpPr/>
          <p:nvPr/>
        </p:nvSpPr>
        <p:spPr>
          <a:xfrm>
            <a:off x="4958611" y="1548250"/>
            <a:ext cx="322673" cy="322673"/>
          </a:xfrm>
          <a:prstGeom prst="ellipse">
            <a:avLst/>
          </a:prstGeom>
          <a:solidFill>
            <a:srgbClr val="FFC0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b="1" dirty="0">
                <a:solidFill>
                  <a:schemeClr val="bg1"/>
                </a:solidFill>
                <a:latin typeface="Pretendard Variable Black" panose="02000003000000020004" pitchFamily="2" charset="-127"/>
                <a:ea typeface="Pretendard Variable Black" panose="02000003000000020004" pitchFamily="2" charset="-127"/>
                <a:cs typeface="Pretendard Variable Black" panose="02000003000000020004" pitchFamily="2" charset="-127"/>
              </a:rPr>
              <a:t>2</a:t>
            </a:r>
            <a:endParaRPr lang="ko-KR" altLang="en-US" b="1" dirty="0">
              <a:solidFill>
                <a:schemeClr val="bg1"/>
              </a:solidFill>
              <a:latin typeface="Pretendard Variable Black" panose="02000003000000020004" pitchFamily="2" charset="-127"/>
              <a:ea typeface="Pretendard Variable Black" panose="02000003000000020004" pitchFamily="2" charset="-127"/>
              <a:cs typeface="Pretendard Variable Black" panose="02000003000000020004" pitchFamily="2" charset="-127"/>
            </a:endParaRPr>
          </a:p>
        </p:txBody>
      </p:sp>
      <p:sp>
        <p:nvSpPr>
          <p:cNvPr id="23" name="액자 22">
            <a:extLst>
              <a:ext uri="{FF2B5EF4-FFF2-40B4-BE49-F238E27FC236}">
                <a16:creationId xmlns:a16="http://schemas.microsoft.com/office/drawing/2014/main" id="{FD515E65-7068-755C-FBEB-0E328DFD9BC2}"/>
              </a:ext>
            </a:extLst>
          </p:cNvPr>
          <p:cNvSpPr/>
          <p:nvPr/>
        </p:nvSpPr>
        <p:spPr>
          <a:xfrm>
            <a:off x="3393795" y="3813824"/>
            <a:ext cx="837052" cy="298791"/>
          </a:xfrm>
          <a:prstGeom prst="frame">
            <a:avLst/>
          </a:prstGeom>
          <a:solidFill>
            <a:srgbClr val="FFC0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ko-KR" altLang="en-US">
              <a:solidFill>
                <a:schemeClr val="tx1"/>
              </a:solidFill>
            </a:endParaRPr>
          </a:p>
        </p:txBody>
      </p:sp>
      <p:sp>
        <p:nvSpPr>
          <p:cNvPr id="24" name="타원 23">
            <a:extLst>
              <a:ext uri="{FF2B5EF4-FFF2-40B4-BE49-F238E27FC236}">
                <a16:creationId xmlns:a16="http://schemas.microsoft.com/office/drawing/2014/main" id="{F06B6FD0-2AFA-F00D-F291-F003295BA852}"/>
              </a:ext>
            </a:extLst>
          </p:cNvPr>
          <p:cNvSpPr/>
          <p:nvPr/>
        </p:nvSpPr>
        <p:spPr>
          <a:xfrm>
            <a:off x="2975200" y="3813824"/>
            <a:ext cx="322673" cy="322673"/>
          </a:xfrm>
          <a:prstGeom prst="ellipse">
            <a:avLst/>
          </a:prstGeom>
          <a:solidFill>
            <a:srgbClr val="FFC0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b="1" dirty="0">
                <a:solidFill>
                  <a:schemeClr val="bg1"/>
                </a:solidFill>
                <a:latin typeface="Pretendard Variable Black" panose="02000003000000020004" pitchFamily="2" charset="-127"/>
                <a:ea typeface="Pretendard Variable Black" panose="02000003000000020004" pitchFamily="2" charset="-127"/>
                <a:cs typeface="Pretendard Variable Black" panose="02000003000000020004" pitchFamily="2" charset="-127"/>
              </a:rPr>
              <a:t>3</a:t>
            </a:r>
            <a:endParaRPr lang="ko-KR" altLang="en-US" b="1" dirty="0">
              <a:solidFill>
                <a:schemeClr val="bg1"/>
              </a:solidFill>
              <a:latin typeface="Pretendard Variable Black" panose="02000003000000020004" pitchFamily="2" charset="-127"/>
              <a:ea typeface="Pretendard Variable Black" panose="02000003000000020004" pitchFamily="2" charset="-127"/>
              <a:cs typeface="Pretendard Variable Black" panose="02000003000000020004" pitchFamily="2" charset="-127"/>
            </a:endParaRPr>
          </a:p>
        </p:txBody>
      </p:sp>
      <p:sp>
        <p:nvSpPr>
          <p:cNvPr id="25" name="액자 24">
            <a:extLst>
              <a:ext uri="{FF2B5EF4-FFF2-40B4-BE49-F238E27FC236}">
                <a16:creationId xmlns:a16="http://schemas.microsoft.com/office/drawing/2014/main" id="{FD3C5DFE-9ECE-F96D-C6A5-31CCC495D3D0}"/>
              </a:ext>
            </a:extLst>
          </p:cNvPr>
          <p:cNvSpPr/>
          <p:nvPr/>
        </p:nvSpPr>
        <p:spPr>
          <a:xfrm>
            <a:off x="4255834" y="3812272"/>
            <a:ext cx="837052" cy="298791"/>
          </a:xfrm>
          <a:prstGeom prst="frame">
            <a:avLst/>
          </a:prstGeom>
          <a:solidFill>
            <a:srgbClr val="FFC0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ko-KR" altLang="en-US">
              <a:solidFill>
                <a:schemeClr val="tx1"/>
              </a:solidFill>
            </a:endParaRPr>
          </a:p>
        </p:txBody>
      </p:sp>
      <p:sp>
        <p:nvSpPr>
          <p:cNvPr id="26" name="타원 25">
            <a:extLst>
              <a:ext uri="{FF2B5EF4-FFF2-40B4-BE49-F238E27FC236}">
                <a16:creationId xmlns:a16="http://schemas.microsoft.com/office/drawing/2014/main" id="{634BC73A-0D87-A41D-DA50-62EDD1106A1A}"/>
              </a:ext>
            </a:extLst>
          </p:cNvPr>
          <p:cNvSpPr/>
          <p:nvPr/>
        </p:nvSpPr>
        <p:spPr>
          <a:xfrm>
            <a:off x="5165471" y="3823692"/>
            <a:ext cx="322673" cy="322673"/>
          </a:xfrm>
          <a:prstGeom prst="ellipse">
            <a:avLst/>
          </a:prstGeom>
          <a:solidFill>
            <a:srgbClr val="FFC0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b="1" dirty="0">
                <a:solidFill>
                  <a:schemeClr val="bg1"/>
                </a:solidFill>
                <a:latin typeface="Pretendard Variable Black" panose="02000003000000020004" pitchFamily="2" charset="-127"/>
                <a:ea typeface="Pretendard Variable Black" panose="02000003000000020004" pitchFamily="2" charset="-127"/>
                <a:cs typeface="Pretendard Variable Black" panose="02000003000000020004" pitchFamily="2" charset="-127"/>
              </a:rPr>
              <a:t>4</a:t>
            </a:r>
            <a:endParaRPr lang="ko-KR" altLang="en-US" b="1" dirty="0">
              <a:solidFill>
                <a:schemeClr val="bg1"/>
              </a:solidFill>
              <a:latin typeface="Pretendard Variable Black" panose="02000003000000020004" pitchFamily="2" charset="-127"/>
              <a:ea typeface="Pretendard Variable Black" panose="02000003000000020004" pitchFamily="2" charset="-127"/>
              <a:cs typeface="Pretendard Variable Black" panose="02000003000000020004" pitchFamily="2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561282837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D5C996B-FB6C-D108-D813-34F2F46E600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그림 4">
            <a:extLst>
              <a:ext uri="{FF2B5EF4-FFF2-40B4-BE49-F238E27FC236}">
                <a16:creationId xmlns:a16="http://schemas.microsoft.com/office/drawing/2014/main" id="{A8B8F04E-EAA1-2EA3-F660-5620557BFDE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-1" y="-3745"/>
            <a:ext cx="12192001" cy="6861745"/>
          </a:xfrm>
          <a:prstGeom prst="rect">
            <a:avLst/>
          </a:prstGeom>
        </p:spPr>
      </p:pic>
      <p:sp>
        <p:nvSpPr>
          <p:cNvPr id="10" name="모서리가 둥근 직사각형 9">
            <a:extLst>
              <a:ext uri="{FF2B5EF4-FFF2-40B4-BE49-F238E27FC236}">
                <a16:creationId xmlns:a16="http://schemas.microsoft.com/office/drawing/2014/main" id="{78B9B7BE-D376-A477-889C-969547A8EED7}"/>
              </a:ext>
            </a:extLst>
          </p:cNvPr>
          <p:cNvSpPr/>
          <p:nvPr/>
        </p:nvSpPr>
        <p:spPr>
          <a:xfrm flipH="1">
            <a:off x="375874" y="407856"/>
            <a:ext cx="45719" cy="641829"/>
          </a:xfrm>
          <a:prstGeom prst="roundRect">
            <a:avLst/>
          </a:prstGeom>
          <a:solidFill>
            <a:srgbClr val="20307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ko-KR" altLang="en-US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B394240C-F537-7922-DE0C-2B090AFF5BAD}"/>
              </a:ext>
            </a:extLst>
          </p:cNvPr>
          <p:cNvSpPr txBox="1"/>
          <p:nvPr/>
        </p:nvSpPr>
        <p:spPr>
          <a:xfrm>
            <a:off x="519779" y="358229"/>
            <a:ext cx="9823121" cy="73866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2600" b="1" dirty="0">
                <a:solidFill>
                  <a:srgbClr val="202946"/>
                </a:solidFill>
                <a:effectLst/>
                <a:latin typeface="Pretendard Variable ExtraBold" panose="02000003000000020004" pitchFamily="2" charset="-127"/>
                <a:ea typeface="Pretendard Variable ExtraBold" panose="02000003000000020004" pitchFamily="2" charset="-127"/>
                <a:cs typeface="Pretendard Variable ExtraBold" panose="02000003000000020004" pitchFamily="2" charset="-127"/>
              </a:rPr>
              <a:t>화면 설계서</a:t>
            </a:r>
            <a:endParaRPr lang="en-US" altLang="ko-KR" sz="2600" b="1" dirty="0">
              <a:solidFill>
                <a:srgbClr val="202946"/>
              </a:solidFill>
              <a:effectLst/>
              <a:latin typeface="Pretendard Variable ExtraBold" panose="02000003000000020004" pitchFamily="2" charset="-127"/>
              <a:ea typeface="Pretendard Variable ExtraBold" panose="02000003000000020004" pitchFamily="2" charset="-127"/>
              <a:cs typeface="Pretendard Variable ExtraBold" panose="02000003000000020004" pitchFamily="2" charset="-127"/>
            </a:endParaRPr>
          </a:p>
          <a:p>
            <a:r>
              <a:rPr lang="ko-KR" altLang="en-US" sz="1600" dirty="0">
                <a:solidFill>
                  <a:srgbClr val="4D5F8F"/>
                </a:solidFill>
                <a:effectLst/>
                <a:latin typeface="Pretendard Variable SemiBold" panose="02000003000000020004" pitchFamily="2" charset="-127"/>
                <a:ea typeface="Pretendard Variable SemiBold" panose="02000003000000020004" pitchFamily="2" charset="-127"/>
                <a:cs typeface="Pretendard Variable SemiBold" panose="02000003000000020004" pitchFamily="2" charset="-127"/>
              </a:rPr>
              <a:t>기본 정보 입력 화면</a:t>
            </a:r>
          </a:p>
        </p:txBody>
      </p:sp>
      <p:graphicFrame>
        <p:nvGraphicFramePr>
          <p:cNvPr id="4" name="표 3">
            <a:extLst>
              <a:ext uri="{FF2B5EF4-FFF2-40B4-BE49-F238E27FC236}">
                <a16:creationId xmlns:a16="http://schemas.microsoft.com/office/drawing/2014/main" id="{3FD84506-CCEA-E503-7D44-D2FD6F7D0458}"/>
              </a:ext>
            </a:extLst>
          </p:cNvPr>
          <p:cNvGraphicFramePr>
            <a:graphicFrameLocks noGrp="1"/>
          </p:cNvGraphicFramePr>
          <p:nvPr/>
        </p:nvGraphicFramePr>
        <p:xfrm>
          <a:off x="8463343" y="1508495"/>
          <a:ext cx="3464569" cy="4233185"/>
        </p:xfrm>
        <a:graphic>
          <a:graphicData uri="http://schemas.openxmlformats.org/drawingml/2006/table">
            <a:tbl>
              <a:tblPr>
                <a:solidFill>
                  <a:srgbClr val="D9E2F0"/>
                </a:solidFill>
                <a:tableStyleId>{073A0DAA-6AF3-43AB-8588-CEC1D06C72B9}</a:tableStyleId>
              </a:tblPr>
              <a:tblGrid>
                <a:gridCol w="640007">
                  <a:extLst>
                    <a:ext uri="{9D8B030D-6E8A-4147-A177-3AD203B41FA5}">
                      <a16:colId xmlns:a16="http://schemas.microsoft.com/office/drawing/2014/main" val="3609243270"/>
                    </a:ext>
                  </a:extLst>
                </a:gridCol>
                <a:gridCol w="2824562">
                  <a:extLst>
                    <a:ext uri="{9D8B030D-6E8A-4147-A177-3AD203B41FA5}">
                      <a16:colId xmlns:a16="http://schemas.microsoft.com/office/drawing/2014/main" val="3085350586"/>
                    </a:ext>
                  </a:extLst>
                </a:gridCol>
              </a:tblGrid>
              <a:tr h="226286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kern="1200" dirty="0">
                          <a:ln>
                            <a:solidFill>
                              <a:srgbClr val="4472C4">
                                <a:alpha val="0"/>
                              </a:srgbClr>
                            </a:solidFill>
                          </a:ln>
                          <a:solidFill>
                            <a:srgbClr val="202946"/>
                          </a:solidFill>
                          <a:latin typeface="Pretendard Variable SemiBold" panose="02000003000000020004" pitchFamily="2" charset="-127"/>
                          <a:ea typeface="Pretendard Variable SemiBold" panose="02000003000000020004" pitchFamily="2" charset="-127"/>
                          <a:cs typeface="Pretendard Variable SemiBold" panose="02000003000000020004" pitchFamily="2" charset="-127"/>
                        </a:rPr>
                        <a:t>구분</a:t>
                      </a:r>
                    </a:p>
                  </a:txBody>
                  <a:tcPr marL="3600" marR="4265" marT="4265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kern="1200" dirty="0">
                          <a:ln>
                            <a:solidFill>
                              <a:srgbClr val="4472C4">
                                <a:alpha val="0"/>
                              </a:srgbClr>
                            </a:solidFill>
                          </a:ln>
                          <a:solidFill>
                            <a:srgbClr val="202946"/>
                          </a:solidFill>
                          <a:latin typeface="Pretendard Variable SemiBold" panose="02000003000000020004" pitchFamily="2" charset="-127"/>
                          <a:ea typeface="Pretendard Variable SemiBold" panose="02000003000000020004" pitchFamily="2" charset="-127"/>
                          <a:cs typeface="Pretendard Variable SemiBold" panose="02000003000000020004" pitchFamily="2" charset="-127"/>
                        </a:rPr>
                        <a:t>내용</a:t>
                      </a:r>
                    </a:p>
                  </a:txBody>
                  <a:tcPr marL="3600" marR="4265" marT="426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213331099"/>
                  </a:ext>
                </a:extLst>
              </a:tr>
              <a:tr h="337822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altLang="ko-KR" sz="1000" b="1" i="0" kern="1200" dirty="0">
                          <a:ln>
                            <a:solidFill>
                              <a:srgbClr val="4472C4">
                                <a:alpha val="0"/>
                              </a:srgbClr>
                            </a:solidFill>
                          </a:ln>
                          <a:solidFill>
                            <a:srgbClr val="202946"/>
                          </a:solidFill>
                          <a:latin typeface="Pretendard Variable SemiBold" panose="02000003000000020004" pitchFamily="2" charset="-127"/>
                          <a:ea typeface="Pretendard Variable SemiBold" panose="02000003000000020004" pitchFamily="2" charset="-127"/>
                          <a:cs typeface="Pretendard Variable SemiBold" panose="02000003000000020004" pitchFamily="2" charset="-127"/>
                        </a:rPr>
                        <a:t>1</a:t>
                      </a:r>
                      <a:endParaRPr lang="ko-KR" altLang="en-US" sz="1000" b="1" i="0" kern="1200" dirty="0">
                        <a:ln>
                          <a:solidFill>
                            <a:srgbClr val="4472C4">
                              <a:alpha val="0"/>
                            </a:srgbClr>
                          </a:solidFill>
                        </a:ln>
                        <a:solidFill>
                          <a:srgbClr val="202946"/>
                        </a:solidFill>
                        <a:latin typeface="Pretendard Variable SemiBold" panose="02000003000000020004" pitchFamily="2" charset="-127"/>
                        <a:ea typeface="Pretendard Variable SemiBold" panose="02000003000000020004" pitchFamily="2" charset="-127"/>
                        <a:cs typeface="Pretendard Variable SemiBold" panose="02000003000000020004" pitchFamily="2" charset="-127"/>
                      </a:endParaRPr>
                    </a:p>
                  </a:txBody>
                  <a:tcPr marL="3600" marR="4265" marT="4265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1" i="0" kern="1200" dirty="0">
                          <a:ln>
                            <a:solidFill>
                              <a:srgbClr val="4472C4">
                                <a:alpha val="0"/>
                              </a:srgbClr>
                            </a:solidFill>
                          </a:ln>
                          <a:solidFill>
                            <a:srgbClr val="202946"/>
                          </a:solidFill>
                          <a:latin typeface="Pretendard Variable SemiBold" panose="02000003000000020004" pitchFamily="2" charset="-127"/>
                          <a:ea typeface="Pretendard Variable SemiBold" panose="02000003000000020004" pitchFamily="2" charset="-127"/>
                          <a:cs typeface="Pretendard Variable SemiBold" panose="02000003000000020004" pitchFamily="2" charset="-127"/>
                        </a:rPr>
                        <a:t> 진행 상황 </a:t>
                      </a:r>
                      <a:endParaRPr lang="en-US" altLang="ko-KR" sz="1000" b="1" i="0" kern="1200" dirty="0">
                        <a:ln>
                          <a:solidFill>
                            <a:srgbClr val="4472C4">
                              <a:alpha val="0"/>
                            </a:srgbClr>
                          </a:solidFill>
                        </a:ln>
                        <a:solidFill>
                          <a:srgbClr val="202946"/>
                        </a:solidFill>
                        <a:latin typeface="Pretendard Variable SemiBold" panose="02000003000000020004" pitchFamily="2" charset="-127"/>
                        <a:ea typeface="Pretendard Variable SemiBold" panose="02000003000000020004" pitchFamily="2" charset="-127"/>
                        <a:cs typeface="Pretendard Variable SemiBold" panose="02000003000000020004" pitchFamily="2" charset="-127"/>
                      </a:endParaRPr>
                    </a:p>
                    <a:p>
                      <a:pPr algn="l" fontAlgn="ctr">
                        <a:buNone/>
                      </a:pPr>
                      <a:r>
                        <a:rPr lang="ko-KR" altLang="en-US" sz="1000" b="1" i="0" kern="1200" dirty="0">
                          <a:ln>
                            <a:solidFill>
                              <a:srgbClr val="4472C4">
                                <a:alpha val="0"/>
                              </a:srgbClr>
                            </a:solidFill>
                          </a:ln>
                          <a:solidFill>
                            <a:srgbClr val="202946"/>
                          </a:solidFill>
                          <a:latin typeface="Pretendard Variable SemiBold" panose="02000003000000020004" pitchFamily="2" charset="-127"/>
                          <a:ea typeface="Pretendard Variable SemiBold" panose="02000003000000020004" pitchFamily="2" charset="-127"/>
                          <a:cs typeface="Pretendard Variable SemiBold" panose="02000003000000020004" pitchFamily="2" charset="-127"/>
                        </a:rPr>
                        <a:t> </a:t>
                      </a:r>
                      <a:r>
                        <a:rPr lang="en-US" altLang="ko-KR" sz="1000" b="1" i="0" kern="1200" dirty="0">
                          <a:ln>
                            <a:solidFill>
                              <a:srgbClr val="4472C4">
                                <a:alpha val="0"/>
                              </a:srgbClr>
                            </a:solidFill>
                          </a:ln>
                          <a:solidFill>
                            <a:srgbClr val="202946"/>
                          </a:solidFill>
                          <a:latin typeface="Pretendard Variable SemiBold" panose="02000003000000020004" pitchFamily="2" charset="-127"/>
                          <a:ea typeface="Pretendard Variable SemiBold" panose="02000003000000020004" pitchFamily="2" charset="-127"/>
                          <a:cs typeface="Pretendard Variable SemiBold" panose="02000003000000020004" pitchFamily="2" charset="-127"/>
                        </a:rPr>
                        <a:t>-</a:t>
                      </a:r>
                      <a:r>
                        <a:rPr lang="ko-KR" altLang="en-US" sz="1000" b="1" i="0" kern="1200" dirty="0">
                          <a:ln>
                            <a:solidFill>
                              <a:srgbClr val="4472C4">
                                <a:alpha val="0"/>
                              </a:srgbClr>
                            </a:solidFill>
                          </a:ln>
                          <a:solidFill>
                            <a:srgbClr val="202946"/>
                          </a:solidFill>
                          <a:latin typeface="Pretendard Variable SemiBold" panose="02000003000000020004" pitchFamily="2" charset="-127"/>
                          <a:ea typeface="Pretendard Variable SemiBold" panose="02000003000000020004" pitchFamily="2" charset="-127"/>
                          <a:cs typeface="Pretendard Variable SemiBold" panose="02000003000000020004" pitchFamily="2" charset="-127"/>
                        </a:rPr>
                        <a:t> 바 형태로 노출</a:t>
                      </a:r>
                    </a:p>
                  </a:txBody>
                  <a:tcPr marL="3600" marR="4265" marT="426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765427849"/>
                  </a:ext>
                </a:extLst>
              </a:tr>
              <a:tr h="337822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altLang="ko-KR" sz="1000" b="1" i="0" kern="1200" dirty="0">
                          <a:ln>
                            <a:solidFill>
                              <a:srgbClr val="4472C4">
                                <a:alpha val="0"/>
                              </a:srgbClr>
                            </a:solidFill>
                          </a:ln>
                          <a:solidFill>
                            <a:srgbClr val="202946"/>
                          </a:solidFill>
                          <a:latin typeface="Pretendard Variable SemiBold" panose="02000003000000020004" pitchFamily="2" charset="-127"/>
                          <a:ea typeface="Pretendard Variable SemiBold" panose="02000003000000020004" pitchFamily="2" charset="-127"/>
                          <a:cs typeface="Pretendard Variable SemiBold" panose="02000003000000020004" pitchFamily="2" charset="-127"/>
                        </a:rPr>
                        <a:t>2</a:t>
                      </a:r>
                      <a:endParaRPr lang="en-US" sz="1000" b="1" i="0" kern="1200" dirty="0">
                        <a:ln>
                          <a:solidFill>
                            <a:srgbClr val="4472C4">
                              <a:alpha val="0"/>
                            </a:srgbClr>
                          </a:solidFill>
                        </a:ln>
                        <a:solidFill>
                          <a:srgbClr val="202946"/>
                        </a:solidFill>
                        <a:latin typeface="Pretendard Variable SemiBold" panose="02000003000000020004" pitchFamily="2" charset="-127"/>
                        <a:ea typeface="Pretendard Variable SemiBold" panose="02000003000000020004" pitchFamily="2" charset="-127"/>
                        <a:cs typeface="Pretendard Variable SemiBold" panose="02000003000000020004" pitchFamily="2" charset="-127"/>
                      </a:endParaRPr>
                    </a:p>
                  </a:txBody>
                  <a:tcPr marL="3600" marR="4265" marT="4265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1" i="0" kern="1200" dirty="0">
                          <a:ln>
                            <a:solidFill>
                              <a:srgbClr val="4472C4">
                                <a:alpha val="0"/>
                              </a:srgbClr>
                            </a:solidFill>
                          </a:ln>
                          <a:solidFill>
                            <a:srgbClr val="202946"/>
                          </a:solidFill>
                          <a:latin typeface="Pretendard Variable SemiBold" panose="02000003000000020004" pitchFamily="2" charset="-127"/>
                          <a:ea typeface="Pretendard Variable SemiBold" panose="02000003000000020004" pitchFamily="2" charset="-127"/>
                          <a:cs typeface="Pretendard Variable SemiBold" panose="02000003000000020004" pitchFamily="2" charset="-127"/>
                        </a:rPr>
                        <a:t> 성별</a:t>
                      </a:r>
                      <a:endParaRPr lang="en-US" altLang="ko-KR" sz="1000" b="1" i="0" kern="1200" dirty="0">
                        <a:ln>
                          <a:solidFill>
                            <a:srgbClr val="4472C4">
                              <a:alpha val="0"/>
                            </a:srgbClr>
                          </a:solidFill>
                        </a:ln>
                        <a:solidFill>
                          <a:srgbClr val="202946"/>
                        </a:solidFill>
                        <a:latin typeface="Pretendard Variable SemiBold" panose="02000003000000020004" pitchFamily="2" charset="-127"/>
                        <a:ea typeface="Pretendard Variable SemiBold" panose="02000003000000020004" pitchFamily="2" charset="-127"/>
                        <a:cs typeface="Pretendard Variable SemiBold" panose="02000003000000020004" pitchFamily="2" charset="-127"/>
                      </a:endParaRPr>
                    </a:p>
                    <a:p>
                      <a:pPr algn="l" fontAlgn="ctr">
                        <a:buNone/>
                      </a:pPr>
                      <a:r>
                        <a:rPr lang="ko-KR" altLang="en-US" sz="1000" b="1" i="0" kern="1200" dirty="0">
                          <a:ln>
                            <a:solidFill>
                              <a:srgbClr val="4472C4">
                                <a:alpha val="0"/>
                              </a:srgbClr>
                            </a:solidFill>
                          </a:ln>
                          <a:solidFill>
                            <a:srgbClr val="202946"/>
                          </a:solidFill>
                          <a:latin typeface="Pretendard Variable SemiBold" panose="02000003000000020004" pitchFamily="2" charset="-127"/>
                          <a:ea typeface="Pretendard Variable SemiBold" panose="02000003000000020004" pitchFamily="2" charset="-127"/>
                          <a:cs typeface="Pretendard Variable SemiBold" panose="02000003000000020004" pitchFamily="2" charset="-127"/>
                        </a:rPr>
                        <a:t> </a:t>
                      </a:r>
                      <a:r>
                        <a:rPr lang="en-US" altLang="ko-KR" sz="1000" b="1" i="0" kern="1200" dirty="0">
                          <a:ln>
                            <a:solidFill>
                              <a:srgbClr val="4472C4">
                                <a:alpha val="0"/>
                              </a:srgbClr>
                            </a:solidFill>
                          </a:ln>
                          <a:solidFill>
                            <a:srgbClr val="202946"/>
                          </a:solidFill>
                          <a:latin typeface="Pretendard Variable SemiBold" panose="02000003000000020004" pitchFamily="2" charset="-127"/>
                          <a:ea typeface="Pretendard Variable SemiBold" panose="02000003000000020004" pitchFamily="2" charset="-127"/>
                          <a:cs typeface="Pretendard Variable SemiBold" panose="02000003000000020004" pitchFamily="2" charset="-127"/>
                        </a:rPr>
                        <a:t>-</a:t>
                      </a:r>
                      <a:r>
                        <a:rPr lang="ko-KR" altLang="en-US" sz="1000" b="1" i="0" kern="1200" dirty="0">
                          <a:ln>
                            <a:solidFill>
                              <a:srgbClr val="4472C4">
                                <a:alpha val="0"/>
                              </a:srgbClr>
                            </a:solidFill>
                          </a:ln>
                          <a:solidFill>
                            <a:srgbClr val="202946"/>
                          </a:solidFill>
                          <a:latin typeface="Pretendard Variable SemiBold" panose="02000003000000020004" pitchFamily="2" charset="-127"/>
                          <a:ea typeface="Pretendard Variable SemiBold" panose="02000003000000020004" pitchFamily="2" charset="-127"/>
                          <a:cs typeface="Pretendard Variable SemiBold" panose="02000003000000020004" pitchFamily="2" charset="-127"/>
                        </a:rPr>
                        <a:t> 본인 성별 클릭</a:t>
                      </a:r>
                    </a:p>
                  </a:txBody>
                  <a:tcPr marL="3600" marR="4265" marT="426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414777288"/>
                  </a:ext>
                </a:extLst>
              </a:tr>
              <a:tr h="337822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altLang="ko-KR" sz="1000" b="1" i="0" kern="1200" dirty="0">
                          <a:ln>
                            <a:solidFill>
                              <a:srgbClr val="4472C4">
                                <a:alpha val="0"/>
                              </a:srgbClr>
                            </a:solidFill>
                          </a:ln>
                          <a:solidFill>
                            <a:srgbClr val="202946"/>
                          </a:solidFill>
                          <a:latin typeface="Pretendard Variable SemiBold" panose="02000003000000020004" pitchFamily="2" charset="-127"/>
                          <a:ea typeface="Pretendard Variable SemiBold" panose="02000003000000020004" pitchFamily="2" charset="-127"/>
                          <a:cs typeface="Pretendard Variable SemiBold" panose="02000003000000020004" pitchFamily="2" charset="-127"/>
                        </a:rPr>
                        <a:t>3</a:t>
                      </a:r>
                      <a:endParaRPr lang="en-US" sz="1000" b="1" i="0" kern="1200" dirty="0">
                        <a:ln>
                          <a:solidFill>
                            <a:srgbClr val="4472C4">
                              <a:alpha val="0"/>
                            </a:srgbClr>
                          </a:solidFill>
                        </a:ln>
                        <a:solidFill>
                          <a:srgbClr val="202946"/>
                        </a:solidFill>
                        <a:latin typeface="Pretendard Variable SemiBold" panose="02000003000000020004" pitchFamily="2" charset="-127"/>
                        <a:ea typeface="Pretendard Variable SemiBold" panose="02000003000000020004" pitchFamily="2" charset="-127"/>
                        <a:cs typeface="Pretendard Variable SemiBold" panose="02000003000000020004" pitchFamily="2" charset="-127"/>
                      </a:endParaRPr>
                    </a:p>
                  </a:txBody>
                  <a:tcPr marL="3600" marR="4265" marT="4265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1" i="0" kern="1200" dirty="0">
                          <a:ln>
                            <a:solidFill>
                              <a:srgbClr val="4472C4">
                                <a:alpha val="0"/>
                              </a:srgbClr>
                            </a:solidFill>
                          </a:ln>
                          <a:solidFill>
                            <a:srgbClr val="202946"/>
                          </a:solidFill>
                          <a:latin typeface="Pretendard Variable SemiBold" panose="02000003000000020004" pitchFamily="2" charset="-127"/>
                          <a:ea typeface="Pretendard Variable SemiBold" panose="02000003000000020004" pitchFamily="2" charset="-127"/>
                          <a:cs typeface="Pretendard Variable SemiBold" panose="02000003000000020004" pitchFamily="2" charset="-127"/>
                        </a:rPr>
                        <a:t> 나이 </a:t>
                      </a:r>
                      <a:endParaRPr lang="en-US" altLang="ko-KR" sz="1000" b="1" i="0" kern="1200" dirty="0">
                        <a:ln>
                          <a:solidFill>
                            <a:srgbClr val="4472C4">
                              <a:alpha val="0"/>
                            </a:srgbClr>
                          </a:solidFill>
                        </a:ln>
                        <a:solidFill>
                          <a:srgbClr val="202946"/>
                        </a:solidFill>
                        <a:latin typeface="Pretendard Variable SemiBold" panose="02000003000000020004" pitchFamily="2" charset="-127"/>
                        <a:ea typeface="Pretendard Variable SemiBold" panose="02000003000000020004" pitchFamily="2" charset="-127"/>
                        <a:cs typeface="Pretendard Variable SemiBold" panose="02000003000000020004" pitchFamily="2" charset="-127"/>
                      </a:endParaRPr>
                    </a:p>
                    <a:p>
                      <a:pPr algn="l" fontAlgn="ctr">
                        <a:buNone/>
                      </a:pPr>
                      <a:r>
                        <a:rPr lang="ko-KR" altLang="en-US" sz="1000" b="1" i="0" kern="1200" dirty="0">
                          <a:ln>
                            <a:solidFill>
                              <a:srgbClr val="4472C4">
                                <a:alpha val="0"/>
                              </a:srgbClr>
                            </a:solidFill>
                          </a:ln>
                          <a:solidFill>
                            <a:srgbClr val="202946"/>
                          </a:solidFill>
                          <a:latin typeface="Pretendard Variable SemiBold" panose="02000003000000020004" pitchFamily="2" charset="-127"/>
                          <a:ea typeface="Pretendard Variable SemiBold" panose="02000003000000020004" pitchFamily="2" charset="-127"/>
                          <a:cs typeface="Pretendard Variable SemiBold" panose="02000003000000020004" pitchFamily="2" charset="-127"/>
                        </a:rPr>
                        <a:t> </a:t>
                      </a:r>
                      <a:r>
                        <a:rPr lang="en-US" altLang="ko-KR" sz="1000" b="1" i="0" kern="1200" dirty="0">
                          <a:ln>
                            <a:solidFill>
                              <a:srgbClr val="4472C4">
                                <a:alpha val="0"/>
                              </a:srgbClr>
                            </a:solidFill>
                          </a:ln>
                          <a:solidFill>
                            <a:srgbClr val="202946"/>
                          </a:solidFill>
                          <a:latin typeface="Pretendard Variable SemiBold" panose="02000003000000020004" pitchFamily="2" charset="-127"/>
                          <a:ea typeface="Pretendard Variable SemiBold" panose="02000003000000020004" pitchFamily="2" charset="-127"/>
                          <a:cs typeface="Pretendard Variable SemiBold" panose="02000003000000020004" pitchFamily="2" charset="-127"/>
                        </a:rPr>
                        <a:t>-</a:t>
                      </a:r>
                      <a:r>
                        <a:rPr lang="ko-KR" altLang="en-US" sz="1000" b="1" i="0" kern="1200" dirty="0">
                          <a:ln>
                            <a:solidFill>
                              <a:srgbClr val="4472C4">
                                <a:alpha val="0"/>
                              </a:srgbClr>
                            </a:solidFill>
                          </a:ln>
                          <a:solidFill>
                            <a:srgbClr val="202946"/>
                          </a:solidFill>
                          <a:latin typeface="Pretendard Variable SemiBold" panose="02000003000000020004" pitchFamily="2" charset="-127"/>
                          <a:ea typeface="Pretendard Variable SemiBold" panose="02000003000000020004" pitchFamily="2" charset="-127"/>
                          <a:cs typeface="Pretendard Variable SemiBold" panose="02000003000000020004" pitchFamily="2" charset="-127"/>
                        </a:rPr>
                        <a:t> 본인 나이 입력</a:t>
                      </a:r>
                      <a:r>
                        <a:rPr lang="en-US" altLang="ko-KR" sz="1000" b="1" i="0" kern="1200" dirty="0">
                          <a:ln>
                            <a:solidFill>
                              <a:srgbClr val="4472C4">
                                <a:alpha val="0"/>
                              </a:srgbClr>
                            </a:solidFill>
                          </a:ln>
                          <a:solidFill>
                            <a:srgbClr val="202946"/>
                          </a:solidFill>
                          <a:latin typeface="Pretendard Variable SemiBold" panose="02000003000000020004" pitchFamily="2" charset="-127"/>
                          <a:ea typeface="Pretendard Variable SemiBold" panose="02000003000000020004" pitchFamily="2" charset="-127"/>
                          <a:cs typeface="Pretendard Variable SemiBold" panose="02000003000000020004" pitchFamily="2" charset="-127"/>
                        </a:rPr>
                        <a:t>(</a:t>
                      </a:r>
                      <a:r>
                        <a:rPr lang="ko-KR" altLang="en-US" sz="1000" b="1" i="0" kern="1200" dirty="0">
                          <a:ln>
                            <a:solidFill>
                              <a:srgbClr val="4472C4">
                                <a:alpha val="0"/>
                              </a:srgbClr>
                            </a:solidFill>
                          </a:ln>
                          <a:solidFill>
                            <a:srgbClr val="202946"/>
                          </a:solidFill>
                          <a:latin typeface="Pretendard Variable SemiBold" panose="02000003000000020004" pitchFamily="2" charset="-127"/>
                          <a:ea typeface="Pretendard Variable SemiBold" panose="02000003000000020004" pitchFamily="2" charset="-127"/>
                          <a:cs typeface="Pretendard Variable SemiBold" panose="02000003000000020004" pitchFamily="2" charset="-127"/>
                        </a:rPr>
                        <a:t>숫자만 입력</a:t>
                      </a:r>
                      <a:r>
                        <a:rPr lang="en-US" altLang="ko-KR" sz="1000" b="1" i="0" kern="1200" dirty="0">
                          <a:ln>
                            <a:solidFill>
                              <a:srgbClr val="4472C4">
                                <a:alpha val="0"/>
                              </a:srgbClr>
                            </a:solidFill>
                          </a:ln>
                          <a:solidFill>
                            <a:srgbClr val="202946"/>
                          </a:solidFill>
                          <a:latin typeface="Pretendard Variable SemiBold" panose="02000003000000020004" pitchFamily="2" charset="-127"/>
                          <a:ea typeface="Pretendard Variable SemiBold" panose="02000003000000020004" pitchFamily="2" charset="-127"/>
                          <a:cs typeface="Pretendard Variable SemiBold" panose="02000003000000020004" pitchFamily="2" charset="-127"/>
                        </a:rPr>
                        <a:t>)</a:t>
                      </a:r>
                    </a:p>
                  </a:txBody>
                  <a:tcPr marL="3600" marR="4265" marT="426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779328815"/>
                  </a:ext>
                </a:extLst>
              </a:tr>
              <a:tr h="1083209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altLang="ko-KR" sz="1000" b="1" i="0" kern="1200" dirty="0">
                          <a:ln>
                            <a:solidFill>
                              <a:srgbClr val="4472C4">
                                <a:alpha val="0"/>
                              </a:srgbClr>
                            </a:solidFill>
                          </a:ln>
                          <a:solidFill>
                            <a:srgbClr val="202946"/>
                          </a:solidFill>
                          <a:latin typeface="Pretendard Variable SemiBold" panose="02000003000000020004" pitchFamily="2" charset="-127"/>
                          <a:ea typeface="Pretendard Variable SemiBold" panose="02000003000000020004" pitchFamily="2" charset="-127"/>
                          <a:cs typeface="Pretendard Variable SemiBold" panose="02000003000000020004" pitchFamily="2" charset="-127"/>
                        </a:rPr>
                        <a:t>4</a:t>
                      </a:r>
                      <a:endParaRPr lang="en-US" sz="1000" b="1" i="0" kern="1200" dirty="0">
                        <a:ln>
                          <a:solidFill>
                            <a:srgbClr val="4472C4">
                              <a:alpha val="0"/>
                            </a:srgbClr>
                          </a:solidFill>
                        </a:ln>
                        <a:solidFill>
                          <a:srgbClr val="202946"/>
                        </a:solidFill>
                        <a:latin typeface="Pretendard Variable SemiBold" panose="02000003000000020004" pitchFamily="2" charset="-127"/>
                        <a:ea typeface="Pretendard Variable SemiBold" panose="02000003000000020004" pitchFamily="2" charset="-127"/>
                        <a:cs typeface="Pretendard Variable SemiBold" panose="02000003000000020004" pitchFamily="2" charset="-127"/>
                      </a:endParaRPr>
                    </a:p>
                  </a:txBody>
                  <a:tcPr marL="3600" marR="4265" marT="4265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algn="l" defTabSz="914400" rtl="0" eaLnBrk="1" fontAlgn="ctr" latinLnBrk="1" hangingPunct="1">
                        <a:buNone/>
                      </a:pPr>
                      <a:r>
                        <a:rPr lang="ko-KR" altLang="en-US" sz="1000" b="1" i="0" kern="1200" dirty="0">
                          <a:ln>
                            <a:solidFill>
                              <a:srgbClr val="4472C4">
                                <a:alpha val="0"/>
                              </a:srgbClr>
                            </a:solidFill>
                          </a:ln>
                          <a:solidFill>
                            <a:srgbClr val="202946"/>
                          </a:solidFill>
                          <a:latin typeface="Pretendard Variable SemiBold" panose="02000003000000020004" pitchFamily="2" charset="-127"/>
                          <a:ea typeface="Pretendard Variable SemiBold" panose="02000003000000020004" pitchFamily="2" charset="-127"/>
                          <a:cs typeface="Pretendard Variable SemiBold" panose="02000003000000020004" pitchFamily="2" charset="-127"/>
                        </a:rPr>
                        <a:t> 가구 월평균 소득</a:t>
                      </a:r>
                      <a:r>
                        <a:rPr lang="en-US" altLang="ko-KR" sz="1000" b="1" i="0" kern="1200" dirty="0">
                          <a:ln>
                            <a:solidFill>
                              <a:srgbClr val="4472C4">
                                <a:alpha val="0"/>
                              </a:srgbClr>
                            </a:solidFill>
                          </a:ln>
                          <a:solidFill>
                            <a:srgbClr val="202946"/>
                          </a:solidFill>
                          <a:latin typeface="Pretendard Variable SemiBold" panose="02000003000000020004" pitchFamily="2" charset="-127"/>
                          <a:ea typeface="Pretendard Variable SemiBold" panose="02000003000000020004" pitchFamily="2" charset="-127"/>
                          <a:cs typeface="Pretendard Variable SemiBold" panose="02000003000000020004" pitchFamily="2" charset="-127"/>
                        </a:rPr>
                        <a:t>(</a:t>
                      </a:r>
                      <a:r>
                        <a:rPr lang="ko-KR" altLang="en-US" sz="1000" b="1" i="0" kern="1200" dirty="0">
                          <a:ln>
                            <a:solidFill>
                              <a:srgbClr val="4472C4">
                                <a:alpha val="0"/>
                              </a:srgbClr>
                            </a:solidFill>
                          </a:ln>
                          <a:solidFill>
                            <a:srgbClr val="202946"/>
                          </a:solidFill>
                          <a:latin typeface="Pretendard Variable SemiBold" panose="02000003000000020004" pitchFamily="2" charset="-127"/>
                          <a:ea typeface="Pretendard Variable SemiBold" panose="02000003000000020004" pitchFamily="2" charset="-127"/>
                          <a:cs typeface="Pretendard Variable SemiBold" panose="02000003000000020004" pitchFamily="2" charset="-127"/>
                        </a:rPr>
                        <a:t>입력 방식</a:t>
                      </a:r>
                      <a:r>
                        <a:rPr lang="en-US" altLang="ko-KR" sz="1000" b="1" i="0" kern="1200" dirty="0">
                          <a:ln>
                            <a:solidFill>
                              <a:srgbClr val="4472C4">
                                <a:alpha val="0"/>
                              </a:srgbClr>
                            </a:solidFill>
                          </a:ln>
                          <a:solidFill>
                            <a:srgbClr val="202946"/>
                          </a:solidFill>
                          <a:latin typeface="Pretendard Variable SemiBold" panose="02000003000000020004" pitchFamily="2" charset="-127"/>
                          <a:ea typeface="Pretendard Variable SemiBold" panose="02000003000000020004" pitchFamily="2" charset="-127"/>
                          <a:cs typeface="Pretendard Variable SemiBold" panose="02000003000000020004" pitchFamily="2" charset="-127"/>
                        </a:rPr>
                        <a:t>:</a:t>
                      </a:r>
                      <a:r>
                        <a:rPr lang="ko-KR" altLang="en-US" sz="1000" b="1" i="0" kern="1200" dirty="0">
                          <a:ln>
                            <a:solidFill>
                              <a:srgbClr val="4472C4">
                                <a:alpha val="0"/>
                              </a:srgbClr>
                            </a:solidFill>
                          </a:ln>
                          <a:solidFill>
                            <a:srgbClr val="202946"/>
                          </a:solidFill>
                          <a:latin typeface="Pretendard Variable SemiBold" panose="02000003000000020004" pitchFamily="2" charset="-127"/>
                          <a:ea typeface="Pretendard Variable SemiBold" panose="02000003000000020004" pitchFamily="2" charset="-127"/>
                          <a:cs typeface="Pretendard Variable SemiBold" panose="02000003000000020004" pitchFamily="2" charset="-127"/>
                        </a:rPr>
                        <a:t> 선택형</a:t>
                      </a:r>
                      <a:r>
                        <a:rPr lang="en-US" altLang="ko-KR" sz="1000" b="1" i="0" kern="1200" dirty="0">
                          <a:ln>
                            <a:solidFill>
                              <a:srgbClr val="4472C4">
                                <a:alpha val="0"/>
                              </a:srgbClr>
                            </a:solidFill>
                          </a:ln>
                          <a:solidFill>
                            <a:srgbClr val="202946"/>
                          </a:solidFill>
                          <a:latin typeface="Pretendard Variable SemiBold" panose="02000003000000020004" pitchFamily="2" charset="-127"/>
                          <a:ea typeface="Pretendard Variable SemiBold" panose="02000003000000020004" pitchFamily="2" charset="-127"/>
                          <a:cs typeface="Pretendard Variable SemiBold" panose="02000003000000020004" pitchFamily="2" charset="-127"/>
                        </a:rPr>
                        <a:t>)</a:t>
                      </a:r>
                    </a:p>
                    <a:p>
                      <a:pPr marL="0" algn="l" defTabSz="914400" rtl="0" eaLnBrk="1" fontAlgn="ctr" latinLnBrk="1" hangingPunct="1">
                        <a:buNone/>
                      </a:pPr>
                      <a:r>
                        <a:rPr lang="ko-KR" altLang="en-US" sz="1000" b="1" i="0" kern="1200" dirty="0">
                          <a:ln>
                            <a:solidFill>
                              <a:srgbClr val="4472C4">
                                <a:alpha val="0"/>
                              </a:srgbClr>
                            </a:solidFill>
                          </a:ln>
                          <a:solidFill>
                            <a:srgbClr val="202946"/>
                          </a:solidFill>
                          <a:latin typeface="Pretendard Variable SemiBold" panose="02000003000000020004" pitchFamily="2" charset="-127"/>
                          <a:ea typeface="Pretendard Variable SemiBold" panose="02000003000000020004" pitchFamily="2" charset="-127"/>
                          <a:cs typeface="Pretendard Variable SemiBold" panose="02000003000000020004" pitchFamily="2" charset="-127"/>
                        </a:rPr>
                        <a:t> </a:t>
                      </a:r>
                      <a:r>
                        <a:rPr lang="en-US" altLang="ko-KR" sz="1000" b="1" i="0" kern="1200" dirty="0">
                          <a:ln>
                            <a:solidFill>
                              <a:srgbClr val="4472C4">
                                <a:alpha val="0"/>
                              </a:srgbClr>
                            </a:solidFill>
                          </a:ln>
                          <a:solidFill>
                            <a:srgbClr val="202946"/>
                          </a:solidFill>
                          <a:latin typeface="Pretendard Variable SemiBold" panose="02000003000000020004" pitchFamily="2" charset="-127"/>
                          <a:ea typeface="Pretendard Variable SemiBold" panose="02000003000000020004" pitchFamily="2" charset="-127"/>
                          <a:cs typeface="Pretendard Variable SemiBold" panose="02000003000000020004" pitchFamily="2" charset="-127"/>
                        </a:rPr>
                        <a:t>[</a:t>
                      </a:r>
                      <a:r>
                        <a:rPr lang="ko-KR" altLang="en-US" sz="1000" b="1" i="0" kern="1200" dirty="0">
                          <a:ln>
                            <a:solidFill>
                              <a:srgbClr val="4472C4">
                                <a:alpha val="0"/>
                              </a:srgbClr>
                            </a:solidFill>
                          </a:ln>
                          <a:solidFill>
                            <a:srgbClr val="202946"/>
                          </a:solidFill>
                          <a:latin typeface="Pretendard Variable SemiBold" panose="02000003000000020004" pitchFamily="2" charset="-127"/>
                          <a:ea typeface="Pretendard Variable SemiBold" panose="02000003000000020004" pitchFamily="2" charset="-127"/>
                          <a:cs typeface="Pretendard Variable SemiBold" panose="02000003000000020004" pitchFamily="2" charset="-127"/>
                        </a:rPr>
                        <a:t>선택지</a:t>
                      </a:r>
                      <a:r>
                        <a:rPr lang="en-US" altLang="ko-KR" sz="1000" b="1" i="0" kern="1200" dirty="0">
                          <a:ln>
                            <a:solidFill>
                              <a:srgbClr val="4472C4">
                                <a:alpha val="0"/>
                              </a:srgbClr>
                            </a:solidFill>
                          </a:ln>
                          <a:solidFill>
                            <a:srgbClr val="202946"/>
                          </a:solidFill>
                          <a:latin typeface="Pretendard Variable SemiBold" panose="02000003000000020004" pitchFamily="2" charset="-127"/>
                          <a:ea typeface="Pretendard Variable SemiBold" panose="02000003000000020004" pitchFamily="2" charset="-127"/>
                          <a:cs typeface="Pretendard Variable SemiBold" panose="02000003000000020004" pitchFamily="2" charset="-127"/>
                        </a:rPr>
                        <a:t>]</a:t>
                      </a:r>
                    </a:p>
                    <a:p>
                      <a:pPr marL="0" algn="l" defTabSz="914400" rtl="0" eaLnBrk="1" fontAlgn="ctr" latinLnBrk="1" hangingPunct="1">
                        <a:buNone/>
                      </a:pPr>
                      <a:r>
                        <a:rPr lang="ko-KR" altLang="en-US" sz="1000" b="1" i="0" kern="1200" dirty="0">
                          <a:ln>
                            <a:solidFill>
                              <a:srgbClr val="4472C4">
                                <a:alpha val="0"/>
                              </a:srgbClr>
                            </a:solidFill>
                          </a:ln>
                          <a:solidFill>
                            <a:srgbClr val="202946"/>
                          </a:solidFill>
                          <a:latin typeface="Pretendard Variable SemiBold" panose="02000003000000020004" pitchFamily="2" charset="-127"/>
                          <a:ea typeface="Pretendard Variable SemiBold" panose="02000003000000020004" pitchFamily="2" charset="-127"/>
                          <a:cs typeface="Pretendard Variable SemiBold" panose="02000003000000020004" pitchFamily="2" charset="-127"/>
                        </a:rPr>
                        <a:t> </a:t>
                      </a:r>
                      <a:r>
                        <a:rPr lang="en-US" altLang="ko-KR" sz="1000" b="1" i="0" kern="1200" dirty="0">
                          <a:ln>
                            <a:solidFill>
                              <a:srgbClr val="4472C4">
                                <a:alpha val="0"/>
                              </a:srgbClr>
                            </a:solidFill>
                          </a:ln>
                          <a:solidFill>
                            <a:srgbClr val="202946"/>
                          </a:solidFill>
                          <a:latin typeface="Pretendard Variable SemiBold" panose="02000003000000020004" pitchFamily="2" charset="-127"/>
                          <a:ea typeface="Pretendard Variable SemiBold" panose="02000003000000020004" pitchFamily="2" charset="-127"/>
                          <a:cs typeface="Pretendard Variable SemiBold" panose="02000003000000020004" pitchFamily="2" charset="-127"/>
                        </a:rPr>
                        <a:t>-</a:t>
                      </a:r>
                      <a:r>
                        <a:rPr lang="ko-KR" altLang="en-US" sz="1000" b="1" i="0" kern="1200" dirty="0">
                          <a:ln>
                            <a:solidFill>
                              <a:srgbClr val="4472C4">
                                <a:alpha val="0"/>
                              </a:srgbClr>
                            </a:solidFill>
                          </a:ln>
                          <a:solidFill>
                            <a:srgbClr val="202946"/>
                          </a:solidFill>
                          <a:latin typeface="Pretendard Variable SemiBold" panose="02000003000000020004" pitchFamily="2" charset="-127"/>
                          <a:ea typeface="Pretendard Variable SemiBold" panose="02000003000000020004" pitchFamily="2" charset="-127"/>
                          <a:cs typeface="Pretendard Variable SemiBold" panose="02000003000000020004" pitchFamily="2" charset="-127"/>
                        </a:rPr>
                        <a:t> </a:t>
                      </a:r>
                      <a:r>
                        <a:rPr lang="en-US" altLang="ko-KR" sz="1000" b="1" i="0" kern="1200" dirty="0">
                          <a:ln>
                            <a:solidFill>
                              <a:srgbClr val="4472C4">
                                <a:alpha val="0"/>
                              </a:srgbClr>
                            </a:solidFill>
                          </a:ln>
                          <a:solidFill>
                            <a:srgbClr val="202946"/>
                          </a:solidFill>
                          <a:latin typeface="Pretendard Variable SemiBold" panose="02000003000000020004" pitchFamily="2" charset="-127"/>
                          <a:ea typeface="Pretendard Variable SemiBold" panose="02000003000000020004" pitchFamily="2" charset="-127"/>
                          <a:cs typeface="Pretendard Variable SemiBold" panose="02000003000000020004" pitchFamily="2" charset="-127"/>
                        </a:rPr>
                        <a:t>150</a:t>
                      </a:r>
                      <a:r>
                        <a:rPr lang="ko-KR" altLang="en-US" sz="1000" b="1" i="0" kern="1200" dirty="0">
                          <a:ln>
                            <a:solidFill>
                              <a:srgbClr val="4472C4">
                                <a:alpha val="0"/>
                              </a:srgbClr>
                            </a:solidFill>
                          </a:ln>
                          <a:solidFill>
                            <a:srgbClr val="202946"/>
                          </a:solidFill>
                          <a:latin typeface="Pretendard Variable SemiBold" panose="02000003000000020004" pitchFamily="2" charset="-127"/>
                          <a:ea typeface="Pretendard Variable SemiBold" panose="02000003000000020004" pitchFamily="2" charset="-127"/>
                          <a:cs typeface="Pretendard Variable SemiBold" panose="02000003000000020004" pitchFamily="2" charset="-127"/>
                        </a:rPr>
                        <a:t>만원 미만</a:t>
                      </a:r>
                      <a:endParaRPr lang="en-US" altLang="ko-KR" sz="1000" b="1" i="0" kern="1200" dirty="0">
                        <a:ln>
                          <a:solidFill>
                            <a:srgbClr val="4472C4">
                              <a:alpha val="0"/>
                            </a:srgbClr>
                          </a:solidFill>
                        </a:ln>
                        <a:solidFill>
                          <a:srgbClr val="202946"/>
                        </a:solidFill>
                        <a:latin typeface="Pretendard Variable SemiBold" panose="02000003000000020004" pitchFamily="2" charset="-127"/>
                        <a:ea typeface="Pretendard Variable SemiBold" panose="02000003000000020004" pitchFamily="2" charset="-127"/>
                        <a:cs typeface="Pretendard Variable SemiBold" panose="02000003000000020004" pitchFamily="2" charset="-127"/>
                      </a:endParaRPr>
                    </a:p>
                    <a:p>
                      <a:pPr marL="0" algn="l" defTabSz="914400" rtl="0" eaLnBrk="1" fontAlgn="ctr" latinLnBrk="1" hangingPunct="1">
                        <a:buNone/>
                      </a:pPr>
                      <a:r>
                        <a:rPr lang="ko-KR" altLang="en-US" sz="1000" b="1" i="0" kern="1200" dirty="0">
                          <a:ln>
                            <a:solidFill>
                              <a:srgbClr val="4472C4">
                                <a:alpha val="0"/>
                              </a:srgbClr>
                            </a:solidFill>
                          </a:ln>
                          <a:solidFill>
                            <a:srgbClr val="202946"/>
                          </a:solidFill>
                          <a:latin typeface="Pretendard Variable SemiBold" panose="02000003000000020004" pitchFamily="2" charset="-127"/>
                          <a:ea typeface="Pretendard Variable SemiBold" panose="02000003000000020004" pitchFamily="2" charset="-127"/>
                          <a:cs typeface="Pretendard Variable SemiBold" panose="02000003000000020004" pitchFamily="2" charset="-127"/>
                        </a:rPr>
                        <a:t> </a:t>
                      </a:r>
                      <a:r>
                        <a:rPr lang="en-US" altLang="ko-KR" sz="1000" b="1" i="0" kern="1200" dirty="0">
                          <a:ln>
                            <a:solidFill>
                              <a:srgbClr val="4472C4">
                                <a:alpha val="0"/>
                              </a:srgbClr>
                            </a:solidFill>
                          </a:ln>
                          <a:solidFill>
                            <a:srgbClr val="202946"/>
                          </a:solidFill>
                          <a:latin typeface="Pretendard Variable SemiBold" panose="02000003000000020004" pitchFamily="2" charset="-127"/>
                          <a:ea typeface="Pretendard Variable SemiBold" panose="02000003000000020004" pitchFamily="2" charset="-127"/>
                          <a:cs typeface="Pretendard Variable SemiBold" panose="02000003000000020004" pitchFamily="2" charset="-127"/>
                        </a:rPr>
                        <a:t>-</a:t>
                      </a:r>
                      <a:r>
                        <a:rPr lang="ko-KR" altLang="en-US" sz="1000" b="1" i="0" kern="1200" dirty="0">
                          <a:ln>
                            <a:solidFill>
                              <a:srgbClr val="4472C4">
                                <a:alpha val="0"/>
                              </a:srgbClr>
                            </a:solidFill>
                          </a:ln>
                          <a:solidFill>
                            <a:srgbClr val="202946"/>
                          </a:solidFill>
                          <a:latin typeface="Pretendard Variable SemiBold" panose="02000003000000020004" pitchFamily="2" charset="-127"/>
                          <a:ea typeface="Pretendard Variable SemiBold" panose="02000003000000020004" pitchFamily="2" charset="-127"/>
                          <a:cs typeface="Pretendard Variable SemiBold" panose="02000003000000020004" pitchFamily="2" charset="-127"/>
                        </a:rPr>
                        <a:t> </a:t>
                      </a:r>
                      <a:r>
                        <a:rPr lang="en-US" altLang="ko-KR" sz="1000" b="1" i="0" kern="1200" dirty="0">
                          <a:ln>
                            <a:solidFill>
                              <a:srgbClr val="4472C4">
                                <a:alpha val="0"/>
                              </a:srgbClr>
                            </a:solidFill>
                          </a:ln>
                          <a:solidFill>
                            <a:srgbClr val="202946"/>
                          </a:solidFill>
                          <a:latin typeface="Pretendard Variable SemiBold" panose="02000003000000020004" pitchFamily="2" charset="-127"/>
                          <a:ea typeface="Pretendard Variable SemiBold" panose="02000003000000020004" pitchFamily="2" charset="-127"/>
                          <a:cs typeface="Pretendard Variable SemiBold" panose="02000003000000020004" pitchFamily="2" charset="-127"/>
                        </a:rPr>
                        <a:t>150</a:t>
                      </a:r>
                      <a:r>
                        <a:rPr lang="ko-KR" altLang="en-US" sz="1000" b="1" i="0" kern="1200" dirty="0">
                          <a:ln>
                            <a:solidFill>
                              <a:srgbClr val="4472C4">
                                <a:alpha val="0"/>
                              </a:srgbClr>
                            </a:solidFill>
                          </a:ln>
                          <a:solidFill>
                            <a:srgbClr val="202946"/>
                          </a:solidFill>
                          <a:latin typeface="Pretendard Variable SemiBold" panose="02000003000000020004" pitchFamily="2" charset="-127"/>
                          <a:ea typeface="Pretendard Variable SemiBold" panose="02000003000000020004" pitchFamily="2" charset="-127"/>
                          <a:cs typeface="Pretendard Variable SemiBold" panose="02000003000000020004" pitchFamily="2" charset="-127"/>
                        </a:rPr>
                        <a:t>만원 이상 </a:t>
                      </a:r>
                      <a:r>
                        <a:rPr lang="en-US" altLang="ko-KR" sz="1000" b="1" i="0" kern="1200" dirty="0">
                          <a:ln>
                            <a:solidFill>
                              <a:srgbClr val="4472C4">
                                <a:alpha val="0"/>
                              </a:srgbClr>
                            </a:solidFill>
                          </a:ln>
                          <a:solidFill>
                            <a:srgbClr val="202946"/>
                          </a:solidFill>
                          <a:latin typeface="Pretendard Variable SemiBold" panose="02000003000000020004" pitchFamily="2" charset="-127"/>
                          <a:ea typeface="Pretendard Variable SemiBold" panose="02000003000000020004" pitchFamily="2" charset="-127"/>
                          <a:cs typeface="Pretendard Variable SemiBold" panose="02000003000000020004" pitchFamily="2" charset="-127"/>
                        </a:rPr>
                        <a:t>~</a:t>
                      </a:r>
                      <a:r>
                        <a:rPr lang="ko-KR" altLang="en-US" sz="1000" b="1" i="0" kern="1200" dirty="0">
                          <a:ln>
                            <a:solidFill>
                              <a:srgbClr val="4472C4">
                                <a:alpha val="0"/>
                              </a:srgbClr>
                            </a:solidFill>
                          </a:ln>
                          <a:solidFill>
                            <a:srgbClr val="202946"/>
                          </a:solidFill>
                          <a:latin typeface="Pretendard Variable SemiBold" panose="02000003000000020004" pitchFamily="2" charset="-127"/>
                          <a:ea typeface="Pretendard Variable SemiBold" panose="02000003000000020004" pitchFamily="2" charset="-127"/>
                          <a:cs typeface="Pretendard Variable SemiBold" panose="02000003000000020004" pitchFamily="2" charset="-127"/>
                        </a:rPr>
                        <a:t> </a:t>
                      </a:r>
                      <a:r>
                        <a:rPr lang="en-US" altLang="ko-KR" sz="1000" b="1" i="0" kern="1200" dirty="0">
                          <a:ln>
                            <a:solidFill>
                              <a:srgbClr val="4472C4">
                                <a:alpha val="0"/>
                              </a:srgbClr>
                            </a:solidFill>
                          </a:ln>
                          <a:solidFill>
                            <a:srgbClr val="202946"/>
                          </a:solidFill>
                          <a:latin typeface="Pretendard Variable SemiBold" panose="02000003000000020004" pitchFamily="2" charset="-127"/>
                          <a:ea typeface="Pretendard Variable SemiBold" panose="02000003000000020004" pitchFamily="2" charset="-127"/>
                          <a:cs typeface="Pretendard Variable SemiBold" panose="02000003000000020004" pitchFamily="2" charset="-127"/>
                        </a:rPr>
                        <a:t>250</a:t>
                      </a:r>
                      <a:r>
                        <a:rPr lang="ko-KR" altLang="en-US" sz="1000" b="1" i="0" kern="1200" dirty="0">
                          <a:ln>
                            <a:solidFill>
                              <a:srgbClr val="4472C4">
                                <a:alpha val="0"/>
                              </a:srgbClr>
                            </a:solidFill>
                          </a:ln>
                          <a:solidFill>
                            <a:srgbClr val="202946"/>
                          </a:solidFill>
                          <a:latin typeface="Pretendard Variable SemiBold" panose="02000003000000020004" pitchFamily="2" charset="-127"/>
                          <a:ea typeface="Pretendard Variable SemiBold" panose="02000003000000020004" pitchFamily="2" charset="-127"/>
                          <a:cs typeface="Pretendard Variable SemiBold" panose="02000003000000020004" pitchFamily="2" charset="-127"/>
                        </a:rPr>
                        <a:t>만원 미만 </a:t>
                      </a:r>
                      <a:endParaRPr lang="en-US" altLang="ko-KR" sz="1000" b="1" i="0" kern="1200" dirty="0">
                        <a:ln>
                          <a:solidFill>
                            <a:srgbClr val="4472C4">
                              <a:alpha val="0"/>
                            </a:srgbClr>
                          </a:solidFill>
                        </a:ln>
                        <a:solidFill>
                          <a:srgbClr val="202946"/>
                        </a:solidFill>
                        <a:latin typeface="Pretendard Variable SemiBold" panose="02000003000000020004" pitchFamily="2" charset="-127"/>
                        <a:ea typeface="Pretendard Variable SemiBold" panose="02000003000000020004" pitchFamily="2" charset="-127"/>
                        <a:cs typeface="Pretendard Variable SemiBold" panose="02000003000000020004" pitchFamily="2" charset="-127"/>
                      </a:endParaRPr>
                    </a:p>
                    <a:p>
                      <a:pPr marL="0" algn="l" defTabSz="914400" rtl="0" eaLnBrk="1" fontAlgn="ctr" latinLnBrk="1" hangingPunct="1">
                        <a:buNone/>
                      </a:pPr>
                      <a:r>
                        <a:rPr lang="ko-KR" altLang="en-US" sz="1000" b="1" i="0" kern="1200" dirty="0">
                          <a:ln>
                            <a:solidFill>
                              <a:srgbClr val="4472C4">
                                <a:alpha val="0"/>
                              </a:srgbClr>
                            </a:solidFill>
                          </a:ln>
                          <a:solidFill>
                            <a:srgbClr val="202946"/>
                          </a:solidFill>
                          <a:latin typeface="Pretendard Variable SemiBold" panose="02000003000000020004" pitchFamily="2" charset="-127"/>
                          <a:ea typeface="Pretendard Variable SemiBold" panose="02000003000000020004" pitchFamily="2" charset="-127"/>
                          <a:cs typeface="Pretendard Variable SemiBold" panose="02000003000000020004" pitchFamily="2" charset="-127"/>
                        </a:rPr>
                        <a:t> </a:t>
                      </a:r>
                      <a:r>
                        <a:rPr lang="en-US" altLang="ko-KR" sz="1000" b="1" i="0" kern="1200" dirty="0">
                          <a:ln>
                            <a:solidFill>
                              <a:srgbClr val="4472C4">
                                <a:alpha val="0"/>
                              </a:srgbClr>
                            </a:solidFill>
                          </a:ln>
                          <a:solidFill>
                            <a:srgbClr val="202946"/>
                          </a:solidFill>
                          <a:latin typeface="Pretendard Variable SemiBold" panose="02000003000000020004" pitchFamily="2" charset="-127"/>
                          <a:ea typeface="Pretendard Variable SemiBold" panose="02000003000000020004" pitchFamily="2" charset="-127"/>
                          <a:cs typeface="Pretendard Variable SemiBold" panose="02000003000000020004" pitchFamily="2" charset="-127"/>
                        </a:rPr>
                        <a:t>-</a:t>
                      </a:r>
                      <a:r>
                        <a:rPr lang="ko-KR" altLang="en-US" sz="1000" b="1" i="0" kern="1200" dirty="0">
                          <a:ln>
                            <a:solidFill>
                              <a:srgbClr val="4472C4">
                                <a:alpha val="0"/>
                              </a:srgbClr>
                            </a:solidFill>
                          </a:ln>
                          <a:solidFill>
                            <a:srgbClr val="202946"/>
                          </a:solidFill>
                          <a:latin typeface="Pretendard Variable SemiBold" panose="02000003000000020004" pitchFamily="2" charset="-127"/>
                          <a:ea typeface="Pretendard Variable SemiBold" panose="02000003000000020004" pitchFamily="2" charset="-127"/>
                          <a:cs typeface="Pretendard Variable SemiBold" panose="02000003000000020004" pitchFamily="2" charset="-127"/>
                        </a:rPr>
                        <a:t> </a:t>
                      </a:r>
                      <a:r>
                        <a:rPr lang="en-US" altLang="ko-KR" sz="1000" b="1" i="0" kern="1200" dirty="0">
                          <a:ln>
                            <a:solidFill>
                              <a:srgbClr val="4472C4">
                                <a:alpha val="0"/>
                              </a:srgbClr>
                            </a:solidFill>
                          </a:ln>
                          <a:solidFill>
                            <a:srgbClr val="202946"/>
                          </a:solidFill>
                          <a:latin typeface="Pretendard Variable SemiBold" panose="02000003000000020004" pitchFamily="2" charset="-127"/>
                          <a:ea typeface="Pretendard Variable SemiBold" panose="02000003000000020004" pitchFamily="2" charset="-127"/>
                          <a:cs typeface="Pretendard Variable SemiBold" panose="02000003000000020004" pitchFamily="2" charset="-127"/>
                        </a:rPr>
                        <a:t>250</a:t>
                      </a:r>
                      <a:r>
                        <a:rPr lang="ko-KR" altLang="en-US" sz="1000" b="1" i="0" kern="1200" dirty="0">
                          <a:ln>
                            <a:solidFill>
                              <a:srgbClr val="4472C4">
                                <a:alpha val="0"/>
                              </a:srgbClr>
                            </a:solidFill>
                          </a:ln>
                          <a:solidFill>
                            <a:srgbClr val="202946"/>
                          </a:solidFill>
                          <a:latin typeface="Pretendard Variable SemiBold" panose="02000003000000020004" pitchFamily="2" charset="-127"/>
                          <a:ea typeface="Pretendard Variable SemiBold" panose="02000003000000020004" pitchFamily="2" charset="-127"/>
                          <a:cs typeface="Pretendard Variable SemiBold" panose="02000003000000020004" pitchFamily="2" charset="-127"/>
                        </a:rPr>
                        <a:t>만원 이상 </a:t>
                      </a:r>
                      <a:r>
                        <a:rPr lang="en-US" altLang="ko-KR" sz="1000" b="1" i="0" kern="1200" dirty="0">
                          <a:ln>
                            <a:solidFill>
                              <a:srgbClr val="4472C4">
                                <a:alpha val="0"/>
                              </a:srgbClr>
                            </a:solidFill>
                          </a:ln>
                          <a:solidFill>
                            <a:srgbClr val="202946"/>
                          </a:solidFill>
                          <a:latin typeface="Pretendard Variable SemiBold" panose="02000003000000020004" pitchFamily="2" charset="-127"/>
                          <a:ea typeface="Pretendard Variable SemiBold" panose="02000003000000020004" pitchFamily="2" charset="-127"/>
                          <a:cs typeface="Pretendard Variable SemiBold" panose="02000003000000020004" pitchFamily="2" charset="-127"/>
                        </a:rPr>
                        <a:t>~</a:t>
                      </a:r>
                      <a:r>
                        <a:rPr lang="ko-KR" altLang="en-US" sz="1000" b="1" i="0" kern="1200" dirty="0">
                          <a:ln>
                            <a:solidFill>
                              <a:srgbClr val="4472C4">
                                <a:alpha val="0"/>
                              </a:srgbClr>
                            </a:solidFill>
                          </a:ln>
                          <a:solidFill>
                            <a:srgbClr val="202946"/>
                          </a:solidFill>
                          <a:latin typeface="Pretendard Variable SemiBold" panose="02000003000000020004" pitchFamily="2" charset="-127"/>
                          <a:ea typeface="Pretendard Variable SemiBold" panose="02000003000000020004" pitchFamily="2" charset="-127"/>
                          <a:cs typeface="Pretendard Variable SemiBold" panose="02000003000000020004" pitchFamily="2" charset="-127"/>
                        </a:rPr>
                        <a:t> </a:t>
                      </a:r>
                      <a:r>
                        <a:rPr lang="en-US" altLang="ko-KR" sz="1000" b="1" i="0" kern="1200" dirty="0">
                          <a:ln>
                            <a:solidFill>
                              <a:srgbClr val="4472C4">
                                <a:alpha val="0"/>
                              </a:srgbClr>
                            </a:solidFill>
                          </a:ln>
                          <a:solidFill>
                            <a:srgbClr val="202946"/>
                          </a:solidFill>
                          <a:latin typeface="Pretendard Variable SemiBold" panose="02000003000000020004" pitchFamily="2" charset="-127"/>
                          <a:ea typeface="Pretendard Variable SemiBold" panose="02000003000000020004" pitchFamily="2" charset="-127"/>
                          <a:cs typeface="Pretendard Variable SemiBold" panose="02000003000000020004" pitchFamily="2" charset="-127"/>
                        </a:rPr>
                        <a:t>350</a:t>
                      </a:r>
                      <a:r>
                        <a:rPr lang="ko-KR" altLang="en-US" sz="1000" b="1" i="0" kern="1200" dirty="0">
                          <a:ln>
                            <a:solidFill>
                              <a:srgbClr val="4472C4">
                                <a:alpha val="0"/>
                              </a:srgbClr>
                            </a:solidFill>
                          </a:ln>
                          <a:solidFill>
                            <a:srgbClr val="202946"/>
                          </a:solidFill>
                          <a:latin typeface="Pretendard Variable SemiBold" panose="02000003000000020004" pitchFamily="2" charset="-127"/>
                          <a:ea typeface="Pretendard Variable SemiBold" panose="02000003000000020004" pitchFamily="2" charset="-127"/>
                          <a:cs typeface="Pretendard Variable SemiBold" panose="02000003000000020004" pitchFamily="2" charset="-127"/>
                        </a:rPr>
                        <a:t>만원 미만</a:t>
                      </a:r>
                      <a:endParaRPr lang="en-US" altLang="ko-KR" sz="1000" b="1" i="0" kern="1200" dirty="0">
                        <a:ln>
                          <a:solidFill>
                            <a:srgbClr val="4472C4">
                              <a:alpha val="0"/>
                            </a:srgbClr>
                          </a:solidFill>
                        </a:ln>
                        <a:solidFill>
                          <a:srgbClr val="202946"/>
                        </a:solidFill>
                        <a:latin typeface="Pretendard Variable SemiBold" panose="02000003000000020004" pitchFamily="2" charset="-127"/>
                        <a:ea typeface="Pretendard Variable SemiBold" panose="02000003000000020004" pitchFamily="2" charset="-127"/>
                        <a:cs typeface="Pretendard Variable SemiBold" panose="02000003000000020004" pitchFamily="2" charset="-127"/>
                      </a:endParaRPr>
                    </a:p>
                    <a:p>
                      <a:pPr marL="0" algn="l" defTabSz="914400" rtl="0" eaLnBrk="1" fontAlgn="ctr" latinLnBrk="1" hangingPunct="1">
                        <a:buNone/>
                      </a:pPr>
                      <a:r>
                        <a:rPr lang="ko-KR" altLang="en-US" sz="1000" b="1" i="0" kern="1200" dirty="0">
                          <a:ln>
                            <a:solidFill>
                              <a:srgbClr val="4472C4">
                                <a:alpha val="0"/>
                              </a:srgbClr>
                            </a:solidFill>
                          </a:ln>
                          <a:solidFill>
                            <a:srgbClr val="202946"/>
                          </a:solidFill>
                          <a:latin typeface="Pretendard Variable SemiBold" panose="02000003000000020004" pitchFamily="2" charset="-127"/>
                          <a:ea typeface="Pretendard Variable SemiBold" panose="02000003000000020004" pitchFamily="2" charset="-127"/>
                          <a:cs typeface="Pretendard Variable SemiBold" panose="02000003000000020004" pitchFamily="2" charset="-127"/>
                        </a:rPr>
                        <a:t> </a:t>
                      </a:r>
                      <a:r>
                        <a:rPr lang="en-US" altLang="ko-KR" sz="1000" b="1" i="0" kern="1200" dirty="0">
                          <a:ln>
                            <a:solidFill>
                              <a:srgbClr val="4472C4">
                                <a:alpha val="0"/>
                              </a:srgbClr>
                            </a:solidFill>
                          </a:ln>
                          <a:solidFill>
                            <a:srgbClr val="202946"/>
                          </a:solidFill>
                          <a:latin typeface="Pretendard Variable SemiBold" panose="02000003000000020004" pitchFamily="2" charset="-127"/>
                          <a:ea typeface="Pretendard Variable SemiBold" panose="02000003000000020004" pitchFamily="2" charset="-127"/>
                          <a:cs typeface="Pretendard Variable SemiBold" panose="02000003000000020004" pitchFamily="2" charset="-127"/>
                        </a:rPr>
                        <a:t>-</a:t>
                      </a:r>
                      <a:r>
                        <a:rPr lang="ko-KR" altLang="en-US" sz="1000" b="1" i="0" kern="1200" dirty="0">
                          <a:ln>
                            <a:solidFill>
                              <a:srgbClr val="4472C4">
                                <a:alpha val="0"/>
                              </a:srgbClr>
                            </a:solidFill>
                          </a:ln>
                          <a:solidFill>
                            <a:srgbClr val="202946"/>
                          </a:solidFill>
                          <a:latin typeface="Pretendard Variable SemiBold" panose="02000003000000020004" pitchFamily="2" charset="-127"/>
                          <a:ea typeface="Pretendard Variable SemiBold" panose="02000003000000020004" pitchFamily="2" charset="-127"/>
                          <a:cs typeface="Pretendard Variable SemiBold" panose="02000003000000020004" pitchFamily="2" charset="-127"/>
                        </a:rPr>
                        <a:t> </a:t>
                      </a:r>
                      <a:r>
                        <a:rPr lang="en-US" altLang="ko-KR" sz="1000" b="1" i="0" kern="1200" dirty="0">
                          <a:ln>
                            <a:solidFill>
                              <a:srgbClr val="4472C4">
                                <a:alpha val="0"/>
                              </a:srgbClr>
                            </a:solidFill>
                          </a:ln>
                          <a:solidFill>
                            <a:srgbClr val="202946"/>
                          </a:solidFill>
                          <a:latin typeface="Pretendard Variable SemiBold" panose="02000003000000020004" pitchFamily="2" charset="-127"/>
                          <a:ea typeface="Pretendard Variable SemiBold" panose="02000003000000020004" pitchFamily="2" charset="-127"/>
                          <a:cs typeface="Pretendard Variable SemiBold" panose="02000003000000020004" pitchFamily="2" charset="-127"/>
                        </a:rPr>
                        <a:t>350</a:t>
                      </a:r>
                      <a:r>
                        <a:rPr lang="ko-KR" altLang="en-US" sz="1000" b="1" i="0" kern="1200" dirty="0">
                          <a:ln>
                            <a:solidFill>
                              <a:srgbClr val="4472C4">
                                <a:alpha val="0"/>
                              </a:srgbClr>
                            </a:solidFill>
                          </a:ln>
                          <a:solidFill>
                            <a:srgbClr val="202946"/>
                          </a:solidFill>
                          <a:latin typeface="Pretendard Variable SemiBold" panose="02000003000000020004" pitchFamily="2" charset="-127"/>
                          <a:ea typeface="Pretendard Variable SemiBold" panose="02000003000000020004" pitchFamily="2" charset="-127"/>
                          <a:cs typeface="Pretendard Variable SemiBold" panose="02000003000000020004" pitchFamily="2" charset="-127"/>
                        </a:rPr>
                        <a:t>만원 이상</a:t>
                      </a:r>
                      <a:r>
                        <a:rPr lang="en-US" altLang="ko-KR" sz="1000" b="1" i="0" kern="1200" dirty="0">
                          <a:ln>
                            <a:solidFill>
                              <a:srgbClr val="4472C4">
                                <a:alpha val="0"/>
                              </a:srgbClr>
                            </a:solidFill>
                          </a:ln>
                          <a:solidFill>
                            <a:srgbClr val="202946"/>
                          </a:solidFill>
                          <a:latin typeface="Pretendard Variable SemiBold" panose="02000003000000020004" pitchFamily="2" charset="-127"/>
                          <a:ea typeface="Pretendard Variable SemiBold" panose="02000003000000020004" pitchFamily="2" charset="-127"/>
                          <a:cs typeface="Pretendard Variable SemiBold" panose="02000003000000020004" pitchFamily="2" charset="-127"/>
                        </a:rPr>
                        <a:t>~</a:t>
                      </a:r>
                      <a:r>
                        <a:rPr lang="ko-KR" altLang="en-US" sz="1000" b="1" i="0" kern="1200" dirty="0">
                          <a:ln>
                            <a:solidFill>
                              <a:srgbClr val="4472C4">
                                <a:alpha val="0"/>
                              </a:srgbClr>
                            </a:solidFill>
                          </a:ln>
                          <a:solidFill>
                            <a:srgbClr val="202946"/>
                          </a:solidFill>
                          <a:latin typeface="Pretendard Variable SemiBold" panose="02000003000000020004" pitchFamily="2" charset="-127"/>
                          <a:ea typeface="Pretendard Variable SemiBold" panose="02000003000000020004" pitchFamily="2" charset="-127"/>
                          <a:cs typeface="Pretendard Variable SemiBold" panose="02000003000000020004" pitchFamily="2" charset="-127"/>
                        </a:rPr>
                        <a:t> </a:t>
                      </a:r>
                      <a:r>
                        <a:rPr lang="en-US" altLang="ko-KR" sz="1000" b="1" i="0" kern="1200" dirty="0">
                          <a:ln>
                            <a:solidFill>
                              <a:srgbClr val="4472C4">
                                <a:alpha val="0"/>
                              </a:srgbClr>
                            </a:solidFill>
                          </a:ln>
                          <a:solidFill>
                            <a:srgbClr val="202946"/>
                          </a:solidFill>
                          <a:latin typeface="Pretendard Variable SemiBold" panose="02000003000000020004" pitchFamily="2" charset="-127"/>
                          <a:ea typeface="Pretendard Variable SemiBold" panose="02000003000000020004" pitchFamily="2" charset="-127"/>
                          <a:cs typeface="Pretendard Variable SemiBold" panose="02000003000000020004" pitchFamily="2" charset="-127"/>
                        </a:rPr>
                        <a:t>500</a:t>
                      </a:r>
                      <a:r>
                        <a:rPr lang="ko-KR" altLang="en-US" sz="1000" b="1" i="0" kern="1200" dirty="0">
                          <a:ln>
                            <a:solidFill>
                              <a:srgbClr val="4472C4">
                                <a:alpha val="0"/>
                              </a:srgbClr>
                            </a:solidFill>
                          </a:ln>
                          <a:solidFill>
                            <a:srgbClr val="202946"/>
                          </a:solidFill>
                          <a:latin typeface="Pretendard Variable SemiBold" panose="02000003000000020004" pitchFamily="2" charset="-127"/>
                          <a:ea typeface="Pretendard Variable SemiBold" panose="02000003000000020004" pitchFamily="2" charset="-127"/>
                          <a:cs typeface="Pretendard Variable SemiBold" panose="02000003000000020004" pitchFamily="2" charset="-127"/>
                        </a:rPr>
                        <a:t>만원 미만</a:t>
                      </a:r>
                      <a:endParaRPr lang="en-US" altLang="ko-KR" sz="1000" b="1" i="0" kern="1200" dirty="0">
                        <a:ln>
                          <a:solidFill>
                            <a:srgbClr val="4472C4">
                              <a:alpha val="0"/>
                            </a:srgbClr>
                          </a:solidFill>
                        </a:ln>
                        <a:solidFill>
                          <a:srgbClr val="202946"/>
                        </a:solidFill>
                        <a:latin typeface="Pretendard Variable SemiBold" panose="02000003000000020004" pitchFamily="2" charset="-127"/>
                        <a:ea typeface="Pretendard Variable SemiBold" panose="02000003000000020004" pitchFamily="2" charset="-127"/>
                        <a:cs typeface="Pretendard Variable SemiBold" panose="02000003000000020004" pitchFamily="2" charset="-127"/>
                      </a:endParaRPr>
                    </a:p>
                    <a:p>
                      <a:pPr marL="0" algn="l" defTabSz="914400" rtl="0" eaLnBrk="1" fontAlgn="ctr" latinLnBrk="1" hangingPunct="1">
                        <a:buNone/>
                      </a:pPr>
                      <a:r>
                        <a:rPr lang="ko-KR" altLang="en-US" sz="1000" b="1" i="0" kern="1200" dirty="0">
                          <a:ln>
                            <a:solidFill>
                              <a:srgbClr val="4472C4">
                                <a:alpha val="0"/>
                              </a:srgbClr>
                            </a:solidFill>
                          </a:ln>
                          <a:solidFill>
                            <a:srgbClr val="202946"/>
                          </a:solidFill>
                          <a:latin typeface="Pretendard Variable SemiBold" panose="02000003000000020004" pitchFamily="2" charset="-127"/>
                          <a:ea typeface="Pretendard Variable SemiBold" panose="02000003000000020004" pitchFamily="2" charset="-127"/>
                          <a:cs typeface="Pretendard Variable SemiBold" panose="02000003000000020004" pitchFamily="2" charset="-127"/>
                        </a:rPr>
                        <a:t> </a:t>
                      </a:r>
                      <a:r>
                        <a:rPr lang="en-US" altLang="ko-KR" sz="1000" b="1" i="0" kern="1200" dirty="0">
                          <a:ln>
                            <a:solidFill>
                              <a:srgbClr val="4472C4">
                                <a:alpha val="0"/>
                              </a:srgbClr>
                            </a:solidFill>
                          </a:ln>
                          <a:solidFill>
                            <a:srgbClr val="202946"/>
                          </a:solidFill>
                          <a:latin typeface="Pretendard Variable SemiBold" panose="02000003000000020004" pitchFamily="2" charset="-127"/>
                          <a:ea typeface="Pretendard Variable SemiBold" panose="02000003000000020004" pitchFamily="2" charset="-127"/>
                          <a:cs typeface="Pretendard Variable SemiBold" panose="02000003000000020004" pitchFamily="2" charset="-127"/>
                        </a:rPr>
                        <a:t>-</a:t>
                      </a:r>
                      <a:r>
                        <a:rPr lang="ko-KR" altLang="en-US" sz="1000" b="1" i="0" kern="1200" dirty="0">
                          <a:ln>
                            <a:solidFill>
                              <a:srgbClr val="4472C4">
                                <a:alpha val="0"/>
                              </a:srgbClr>
                            </a:solidFill>
                          </a:ln>
                          <a:solidFill>
                            <a:srgbClr val="202946"/>
                          </a:solidFill>
                          <a:latin typeface="Pretendard Variable SemiBold" panose="02000003000000020004" pitchFamily="2" charset="-127"/>
                          <a:ea typeface="Pretendard Variable SemiBold" panose="02000003000000020004" pitchFamily="2" charset="-127"/>
                          <a:cs typeface="Pretendard Variable SemiBold" panose="02000003000000020004" pitchFamily="2" charset="-127"/>
                        </a:rPr>
                        <a:t> </a:t>
                      </a:r>
                      <a:r>
                        <a:rPr lang="en-US" altLang="ko-KR" sz="1000" b="1" i="0" kern="1200" dirty="0">
                          <a:ln>
                            <a:solidFill>
                              <a:srgbClr val="4472C4">
                                <a:alpha val="0"/>
                              </a:srgbClr>
                            </a:solidFill>
                          </a:ln>
                          <a:solidFill>
                            <a:srgbClr val="202946"/>
                          </a:solidFill>
                          <a:latin typeface="Pretendard Variable SemiBold" panose="02000003000000020004" pitchFamily="2" charset="-127"/>
                          <a:ea typeface="Pretendard Variable SemiBold" panose="02000003000000020004" pitchFamily="2" charset="-127"/>
                          <a:cs typeface="Pretendard Variable SemiBold" panose="02000003000000020004" pitchFamily="2" charset="-127"/>
                        </a:rPr>
                        <a:t>500</a:t>
                      </a:r>
                      <a:r>
                        <a:rPr lang="ko-KR" altLang="en-US" sz="1000" b="1" i="0" kern="1200" dirty="0">
                          <a:ln>
                            <a:solidFill>
                              <a:srgbClr val="4472C4">
                                <a:alpha val="0"/>
                              </a:srgbClr>
                            </a:solidFill>
                          </a:ln>
                          <a:solidFill>
                            <a:srgbClr val="202946"/>
                          </a:solidFill>
                          <a:latin typeface="Pretendard Variable SemiBold" panose="02000003000000020004" pitchFamily="2" charset="-127"/>
                          <a:ea typeface="Pretendard Variable SemiBold" panose="02000003000000020004" pitchFamily="2" charset="-127"/>
                          <a:cs typeface="Pretendard Variable SemiBold" panose="02000003000000020004" pitchFamily="2" charset="-127"/>
                        </a:rPr>
                        <a:t>만원 이상</a:t>
                      </a:r>
                      <a:endParaRPr lang="en-US" altLang="ko-KR" sz="1000" b="1" i="0" kern="1200" dirty="0">
                        <a:ln>
                          <a:solidFill>
                            <a:srgbClr val="4472C4">
                              <a:alpha val="0"/>
                            </a:srgbClr>
                          </a:solidFill>
                        </a:ln>
                        <a:solidFill>
                          <a:srgbClr val="202946"/>
                        </a:solidFill>
                        <a:latin typeface="Pretendard Variable SemiBold" panose="02000003000000020004" pitchFamily="2" charset="-127"/>
                        <a:ea typeface="Pretendard Variable SemiBold" panose="02000003000000020004" pitchFamily="2" charset="-127"/>
                        <a:cs typeface="Pretendard Variable SemiBold" panose="02000003000000020004" pitchFamily="2" charset="-127"/>
                      </a:endParaRPr>
                    </a:p>
                  </a:txBody>
                  <a:tcPr marL="3600" marR="4265" marT="426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31977124"/>
                  </a:ext>
                </a:extLst>
              </a:tr>
              <a:tr h="929081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altLang="ko-KR" sz="1000" b="1" i="0" kern="1200" dirty="0">
                          <a:ln>
                            <a:solidFill>
                              <a:srgbClr val="4472C4">
                                <a:alpha val="0"/>
                              </a:srgbClr>
                            </a:solidFill>
                          </a:ln>
                          <a:solidFill>
                            <a:srgbClr val="202946"/>
                          </a:solidFill>
                          <a:latin typeface="Pretendard Variable SemiBold" panose="02000003000000020004" pitchFamily="2" charset="-127"/>
                          <a:ea typeface="Pretendard Variable SemiBold" panose="02000003000000020004" pitchFamily="2" charset="-127"/>
                          <a:cs typeface="Pretendard Variable SemiBold" panose="02000003000000020004" pitchFamily="2" charset="-127"/>
                        </a:rPr>
                        <a:t>5</a:t>
                      </a:r>
                      <a:endParaRPr lang="en-US" sz="1000" b="1" i="0" kern="1200" dirty="0">
                        <a:ln>
                          <a:solidFill>
                            <a:srgbClr val="4472C4">
                              <a:alpha val="0"/>
                            </a:srgbClr>
                          </a:solidFill>
                        </a:ln>
                        <a:solidFill>
                          <a:srgbClr val="202946"/>
                        </a:solidFill>
                        <a:latin typeface="Pretendard Variable SemiBold" panose="02000003000000020004" pitchFamily="2" charset="-127"/>
                        <a:ea typeface="Pretendard Variable SemiBold" panose="02000003000000020004" pitchFamily="2" charset="-127"/>
                        <a:cs typeface="Pretendard Variable SemiBold" panose="02000003000000020004" pitchFamily="2" charset="-127"/>
                      </a:endParaRPr>
                    </a:p>
                  </a:txBody>
                  <a:tcPr marL="3600" marR="4265" marT="4265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1" i="0" kern="1200" dirty="0">
                          <a:ln>
                            <a:solidFill>
                              <a:srgbClr val="4472C4">
                                <a:alpha val="0"/>
                              </a:srgbClr>
                            </a:solidFill>
                          </a:ln>
                          <a:solidFill>
                            <a:srgbClr val="202946"/>
                          </a:solidFill>
                          <a:latin typeface="Pretendard Variable SemiBold" panose="02000003000000020004" pitchFamily="2" charset="-127"/>
                          <a:ea typeface="Pretendard Variable SemiBold" panose="02000003000000020004" pitchFamily="2" charset="-127"/>
                          <a:cs typeface="Pretendard Variable SemiBold" panose="02000003000000020004" pitchFamily="2" charset="-127"/>
                        </a:rPr>
                        <a:t>  최종 학력</a:t>
                      </a:r>
                      <a:r>
                        <a:rPr lang="en-US" altLang="ko-KR" sz="1000" b="1" i="0" kern="1200" dirty="0">
                          <a:ln>
                            <a:solidFill>
                              <a:srgbClr val="4472C4">
                                <a:alpha val="0"/>
                              </a:srgbClr>
                            </a:solidFill>
                          </a:ln>
                          <a:solidFill>
                            <a:srgbClr val="202946"/>
                          </a:solidFill>
                          <a:latin typeface="Pretendard Variable SemiBold" panose="02000003000000020004" pitchFamily="2" charset="-127"/>
                          <a:ea typeface="Pretendard Variable SemiBold" panose="02000003000000020004" pitchFamily="2" charset="-127"/>
                          <a:cs typeface="Pretendard Variable SemiBold" panose="02000003000000020004" pitchFamily="2" charset="-127"/>
                        </a:rPr>
                        <a:t>(</a:t>
                      </a:r>
                      <a:r>
                        <a:rPr lang="ko-KR" altLang="en-US" sz="1000" b="1" i="0" kern="1200" dirty="0">
                          <a:ln>
                            <a:solidFill>
                              <a:srgbClr val="4472C4">
                                <a:alpha val="0"/>
                              </a:srgbClr>
                            </a:solidFill>
                          </a:ln>
                          <a:solidFill>
                            <a:srgbClr val="202946"/>
                          </a:solidFill>
                          <a:latin typeface="Pretendard Variable SemiBold" panose="02000003000000020004" pitchFamily="2" charset="-127"/>
                          <a:ea typeface="Pretendard Variable SemiBold" panose="02000003000000020004" pitchFamily="2" charset="-127"/>
                          <a:cs typeface="Pretendard Variable SemiBold" panose="02000003000000020004" pitchFamily="2" charset="-127"/>
                        </a:rPr>
                        <a:t>입력 방식</a:t>
                      </a:r>
                      <a:r>
                        <a:rPr lang="en-US" altLang="ko-KR" sz="1000" b="1" i="0" kern="1200" dirty="0">
                          <a:ln>
                            <a:solidFill>
                              <a:srgbClr val="4472C4">
                                <a:alpha val="0"/>
                              </a:srgbClr>
                            </a:solidFill>
                          </a:ln>
                          <a:solidFill>
                            <a:srgbClr val="202946"/>
                          </a:solidFill>
                          <a:latin typeface="Pretendard Variable SemiBold" panose="02000003000000020004" pitchFamily="2" charset="-127"/>
                          <a:ea typeface="Pretendard Variable SemiBold" panose="02000003000000020004" pitchFamily="2" charset="-127"/>
                          <a:cs typeface="Pretendard Variable SemiBold" panose="02000003000000020004" pitchFamily="2" charset="-127"/>
                        </a:rPr>
                        <a:t>:</a:t>
                      </a:r>
                      <a:r>
                        <a:rPr lang="ko-KR" altLang="en-US" sz="1000" b="1" i="0" kern="1200" dirty="0">
                          <a:ln>
                            <a:solidFill>
                              <a:srgbClr val="4472C4">
                                <a:alpha val="0"/>
                              </a:srgbClr>
                            </a:solidFill>
                          </a:ln>
                          <a:solidFill>
                            <a:srgbClr val="202946"/>
                          </a:solidFill>
                          <a:latin typeface="Pretendard Variable SemiBold" panose="02000003000000020004" pitchFamily="2" charset="-127"/>
                          <a:ea typeface="Pretendard Variable SemiBold" panose="02000003000000020004" pitchFamily="2" charset="-127"/>
                          <a:cs typeface="Pretendard Variable SemiBold" panose="02000003000000020004" pitchFamily="2" charset="-127"/>
                        </a:rPr>
                        <a:t> 선택형</a:t>
                      </a:r>
                      <a:r>
                        <a:rPr lang="en-US" altLang="ko-KR" sz="1000" b="1" i="0" kern="1200" dirty="0">
                          <a:ln>
                            <a:solidFill>
                              <a:srgbClr val="4472C4">
                                <a:alpha val="0"/>
                              </a:srgbClr>
                            </a:solidFill>
                          </a:ln>
                          <a:solidFill>
                            <a:srgbClr val="202946"/>
                          </a:solidFill>
                          <a:latin typeface="Pretendard Variable SemiBold" panose="02000003000000020004" pitchFamily="2" charset="-127"/>
                          <a:ea typeface="Pretendard Variable SemiBold" panose="02000003000000020004" pitchFamily="2" charset="-127"/>
                          <a:cs typeface="Pretendard Variable SemiBold" panose="02000003000000020004" pitchFamily="2" charset="-127"/>
                        </a:rPr>
                        <a:t>)</a:t>
                      </a:r>
                    </a:p>
                    <a:p>
                      <a:pPr algn="l" fontAlgn="ctr">
                        <a:buNone/>
                      </a:pPr>
                      <a:r>
                        <a:rPr lang="ko-KR" altLang="en-US" sz="1000" b="1" i="0" kern="1200" dirty="0">
                          <a:ln>
                            <a:solidFill>
                              <a:srgbClr val="4472C4">
                                <a:alpha val="0"/>
                              </a:srgbClr>
                            </a:solidFill>
                          </a:ln>
                          <a:solidFill>
                            <a:srgbClr val="202946"/>
                          </a:solidFill>
                          <a:latin typeface="Pretendard Variable SemiBold" panose="02000003000000020004" pitchFamily="2" charset="-127"/>
                          <a:ea typeface="Pretendard Variable SemiBold" panose="02000003000000020004" pitchFamily="2" charset="-127"/>
                          <a:cs typeface="Pretendard Variable SemiBold" panose="02000003000000020004" pitchFamily="2" charset="-127"/>
                        </a:rPr>
                        <a:t> </a:t>
                      </a:r>
                      <a:r>
                        <a:rPr lang="en-US" altLang="ko-KR" sz="1000" b="1" i="0" kern="1200" dirty="0">
                          <a:ln>
                            <a:solidFill>
                              <a:srgbClr val="4472C4">
                                <a:alpha val="0"/>
                              </a:srgbClr>
                            </a:solidFill>
                          </a:ln>
                          <a:solidFill>
                            <a:srgbClr val="202946"/>
                          </a:solidFill>
                          <a:latin typeface="Pretendard Variable SemiBold" panose="02000003000000020004" pitchFamily="2" charset="-127"/>
                          <a:ea typeface="Pretendard Variable SemiBold" panose="02000003000000020004" pitchFamily="2" charset="-127"/>
                          <a:cs typeface="Pretendard Variable SemiBold" panose="02000003000000020004" pitchFamily="2" charset="-127"/>
                        </a:rPr>
                        <a:t>[</a:t>
                      </a:r>
                      <a:r>
                        <a:rPr lang="ko-KR" altLang="en-US" sz="1000" b="1" i="0" kern="1200" dirty="0">
                          <a:ln>
                            <a:solidFill>
                              <a:srgbClr val="4472C4">
                                <a:alpha val="0"/>
                              </a:srgbClr>
                            </a:solidFill>
                          </a:ln>
                          <a:solidFill>
                            <a:srgbClr val="202946"/>
                          </a:solidFill>
                          <a:latin typeface="Pretendard Variable SemiBold" panose="02000003000000020004" pitchFamily="2" charset="-127"/>
                          <a:ea typeface="Pretendard Variable SemiBold" panose="02000003000000020004" pitchFamily="2" charset="-127"/>
                          <a:cs typeface="Pretendard Variable SemiBold" panose="02000003000000020004" pitchFamily="2" charset="-127"/>
                        </a:rPr>
                        <a:t>선택지</a:t>
                      </a:r>
                      <a:r>
                        <a:rPr lang="en-US" altLang="ko-KR" sz="1000" b="1" i="0" kern="1200" dirty="0">
                          <a:ln>
                            <a:solidFill>
                              <a:srgbClr val="4472C4">
                                <a:alpha val="0"/>
                              </a:srgbClr>
                            </a:solidFill>
                          </a:ln>
                          <a:solidFill>
                            <a:srgbClr val="202946"/>
                          </a:solidFill>
                          <a:latin typeface="Pretendard Variable SemiBold" panose="02000003000000020004" pitchFamily="2" charset="-127"/>
                          <a:ea typeface="Pretendard Variable SemiBold" panose="02000003000000020004" pitchFamily="2" charset="-127"/>
                          <a:cs typeface="Pretendard Variable SemiBold" panose="02000003000000020004" pitchFamily="2" charset="-127"/>
                        </a:rPr>
                        <a:t>]</a:t>
                      </a:r>
                    </a:p>
                    <a:p>
                      <a:pPr algn="l" fontAlgn="ctr">
                        <a:buNone/>
                      </a:pPr>
                      <a:r>
                        <a:rPr lang="ko-KR" altLang="en-US" sz="1000" b="1" i="0" kern="1200" dirty="0">
                          <a:ln>
                            <a:solidFill>
                              <a:srgbClr val="4472C4">
                                <a:alpha val="0"/>
                              </a:srgbClr>
                            </a:solidFill>
                          </a:ln>
                          <a:solidFill>
                            <a:srgbClr val="202946"/>
                          </a:solidFill>
                          <a:latin typeface="Pretendard Variable SemiBold" panose="02000003000000020004" pitchFamily="2" charset="-127"/>
                          <a:ea typeface="Pretendard Variable SemiBold" panose="02000003000000020004" pitchFamily="2" charset="-127"/>
                          <a:cs typeface="Pretendard Variable SemiBold" panose="02000003000000020004" pitchFamily="2" charset="-127"/>
                        </a:rPr>
                        <a:t> </a:t>
                      </a:r>
                      <a:r>
                        <a:rPr lang="en-US" altLang="ko-KR" sz="1000" b="1" i="0" kern="1200" dirty="0">
                          <a:ln>
                            <a:solidFill>
                              <a:srgbClr val="4472C4">
                                <a:alpha val="0"/>
                              </a:srgbClr>
                            </a:solidFill>
                          </a:ln>
                          <a:solidFill>
                            <a:srgbClr val="202946"/>
                          </a:solidFill>
                          <a:latin typeface="Pretendard Variable SemiBold" panose="02000003000000020004" pitchFamily="2" charset="-127"/>
                          <a:ea typeface="Pretendard Variable SemiBold" panose="02000003000000020004" pitchFamily="2" charset="-127"/>
                          <a:cs typeface="Pretendard Variable SemiBold" panose="02000003000000020004" pitchFamily="2" charset="-127"/>
                        </a:rPr>
                        <a:t>-</a:t>
                      </a:r>
                      <a:r>
                        <a:rPr lang="ko-KR" altLang="en-US" sz="1000" b="1" i="0" kern="1200" dirty="0">
                          <a:ln>
                            <a:solidFill>
                              <a:srgbClr val="4472C4">
                                <a:alpha val="0"/>
                              </a:srgbClr>
                            </a:solidFill>
                          </a:ln>
                          <a:solidFill>
                            <a:srgbClr val="202946"/>
                          </a:solidFill>
                          <a:latin typeface="Pretendard Variable SemiBold" panose="02000003000000020004" pitchFamily="2" charset="-127"/>
                          <a:ea typeface="Pretendard Variable SemiBold" panose="02000003000000020004" pitchFamily="2" charset="-127"/>
                          <a:cs typeface="Pretendard Variable SemiBold" panose="02000003000000020004" pitchFamily="2" charset="-127"/>
                        </a:rPr>
                        <a:t> 초등학교 졸업 이하</a:t>
                      </a:r>
                      <a:endParaRPr lang="en-US" altLang="ko-KR" sz="1000" b="1" i="0" kern="1200" dirty="0">
                        <a:ln>
                          <a:solidFill>
                            <a:srgbClr val="4472C4">
                              <a:alpha val="0"/>
                            </a:srgbClr>
                          </a:solidFill>
                        </a:ln>
                        <a:solidFill>
                          <a:srgbClr val="202946"/>
                        </a:solidFill>
                        <a:latin typeface="Pretendard Variable SemiBold" panose="02000003000000020004" pitchFamily="2" charset="-127"/>
                        <a:ea typeface="Pretendard Variable SemiBold" panose="02000003000000020004" pitchFamily="2" charset="-127"/>
                        <a:cs typeface="Pretendard Variable SemiBold" panose="02000003000000020004" pitchFamily="2" charset="-127"/>
                      </a:endParaRPr>
                    </a:p>
                    <a:p>
                      <a:pPr algn="l" fontAlgn="ctr">
                        <a:buNone/>
                      </a:pPr>
                      <a:r>
                        <a:rPr lang="ko-KR" altLang="en-US" sz="1000" b="1" i="0" kern="1200" dirty="0">
                          <a:ln>
                            <a:solidFill>
                              <a:srgbClr val="4472C4">
                                <a:alpha val="0"/>
                              </a:srgbClr>
                            </a:solidFill>
                          </a:ln>
                          <a:solidFill>
                            <a:srgbClr val="202946"/>
                          </a:solidFill>
                          <a:latin typeface="Pretendard Variable SemiBold" panose="02000003000000020004" pitchFamily="2" charset="-127"/>
                          <a:ea typeface="Pretendard Variable SemiBold" panose="02000003000000020004" pitchFamily="2" charset="-127"/>
                          <a:cs typeface="Pretendard Variable SemiBold" panose="02000003000000020004" pitchFamily="2" charset="-127"/>
                        </a:rPr>
                        <a:t> </a:t>
                      </a:r>
                      <a:r>
                        <a:rPr lang="en-US" altLang="ko-KR" sz="1000" b="1" i="0" kern="1200" dirty="0">
                          <a:ln>
                            <a:solidFill>
                              <a:srgbClr val="4472C4">
                                <a:alpha val="0"/>
                              </a:srgbClr>
                            </a:solidFill>
                          </a:ln>
                          <a:solidFill>
                            <a:srgbClr val="202946"/>
                          </a:solidFill>
                          <a:latin typeface="Pretendard Variable SemiBold" panose="02000003000000020004" pitchFamily="2" charset="-127"/>
                          <a:ea typeface="Pretendard Variable SemiBold" panose="02000003000000020004" pitchFamily="2" charset="-127"/>
                          <a:cs typeface="Pretendard Variable SemiBold" panose="02000003000000020004" pitchFamily="2" charset="-127"/>
                        </a:rPr>
                        <a:t>-</a:t>
                      </a:r>
                      <a:r>
                        <a:rPr lang="ko-KR" altLang="en-US" sz="1000" b="1" i="0" kern="1200" dirty="0">
                          <a:ln>
                            <a:solidFill>
                              <a:srgbClr val="4472C4">
                                <a:alpha val="0"/>
                              </a:srgbClr>
                            </a:solidFill>
                          </a:ln>
                          <a:solidFill>
                            <a:srgbClr val="202946"/>
                          </a:solidFill>
                          <a:latin typeface="Pretendard Variable SemiBold" panose="02000003000000020004" pitchFamily="2" charset="-127"/>
                          <a:ea typeface="Pretendard Variable SemiBold" panose="02000003000000020004" pitchFamily="2" charset="-127"/>
                          <a:cs typeface="Pretendard Variable SemiBold" panose="02000003000000020004" pitchFamily="2" charset="-127"/>
                        </a:rPr>
                        <a:t> 중학교 졸업</a:t>
                      </a:r>
                      <a:endParaRPr lang="en-US" altLang="ko-KR" sz="1000" b="1" i="0" kern="1200" dirty="0">
                        <a:ln>
                          <a:solidFill>
                            <a:srgbClr val="4472C4">
                              <a:alpha val="0"/>
                            </a:srgbClr>
                          </a:solidFill>
                        </a:ln>
                        <a:solidFill>
                          <a:srgbClr val="202946"/>
                        </a:solidFill>
                        <a:latin typeface="Pretendard Variable SemiBold" panose="02000003000000020004" pitchFamily="2" charset="-127"/>
                        <a:ea typeface="Pretendard Variable SemiBold" panose="02000003000000020004" pitchFamily="2" charset="-127"/>
                        <a:cs typeface="Pretendard Variable SemiBold" panose="02000003000000020004" pitchFamily="2" charset="-127"/>
                      </a:endParaRPr>
                    </a:p>
                    <a:p>
                      <a:pPr algn="l" fontAlgn="ctr">
                        <a:buNone/>
                      </a:pPr>
                      <a:r>
                        <a:rPr lang="ko-KR" altLang="en-US" sz="1000" b="1" i="0" kern="1200" dirty="0">
                          <a:ln>
                            <a:solidFill>
                              <a:srgbClr val="4472C4">
                                <a:alpha val="0"/>
                              </a:srgbClr>
                            </a:solidFill>
                          </a:ln>
                          <a:solidFill>
                            <a:srgbClr val="202946"/>
                          </a:solidFill>
                          <a:latin typeface="Pretendard Variable SemiBold" panose="02000003000000020004" pitchFamily="2" charset="-127"/>
                          <a:ea typeface="Pretendard Variable SemiBold" panose="02000003000000020004" pitchFamily="2" charset="-127"/>
                          <a:cs typeface="Pretendard Variable SemiBold" panose="02000003000000020004" pitchFamily="2" charset="-127"/>
                        </a:rPr>
                        <a:t> </a:t>
                      </a:r>
                      <a:r>
                        <a:rPr lang="en-US" altLang="ko-KR" sz="1000" b="1" i="0" kern="1200" dirty="0">
                          <a:ln>
                            <a:solidFill>
                              <a:srgbClr val="4472C4">
                                <a:alpha val="0"/>
                              </a:srgbClr>
                            </a:solidFill>
                          </a:ln>
                          <a:solidFill>
                            <a:srgbClr val="202946"/>
                          </a:solidFill>
                          <a:latin typeface="Pretendard Variable SemiBold" panose="02000003000000020004" pitchFamily="2" charset="-127"/>
                          <a:ea typeface="Pretendard Variable SemiBold" panose="02000003000000020004" pitchFamily="2" charset="-127"/>
                          <a:cs typeface="Pretendard Variable SemiBold" panose="02000003000000020004" pitchFamily="2" charset="-127"/>
                        </a:rPr>
                        <a:t>-</a:t>
                      </a:r>
                      <a:r>
                        <a:rPr lang="ko-KR" altLang="en-US" sz="1000" b="1" i="0" kern="1200" dirty="0">
                          <a:ln>
                            <a:solidFill>
                              <a:srgbClr val="4472C4">
                                <a:alpha val="0"/>
                              </a:srgbClr>
                            </a:solidFill>
                          </a:ln>
                          <a:solidFill>
                            <a:srgbClr val="202946"/>
                          </a:solidFill>
                          <a:latin typeface="Pretendard Variable SemiBold" panose="02000003000000020004" pitchFamily="2" charset="-127"/>
                          <a:ea typeface="Pretendard Variable SemiBold" panose="02000003000000020004" pitchFamily="2" charset="-127"/>
                          <a:cs typeface="Pretendard Variable SemiBold" panose="02000003000000020004" pitchFamily="2" charset="-127"/>
                        </a:rPr>
                        <a:t> 고등학교 조업</a:t>
                      </a:r>
                      <a:endParaRPr lang="en-US" altLang="ko-KR" sz="1000" b="1" i="0" kern="1200" dirty="0">
                        <a:ln>
                          <a:solidFill>
                            <a:srgbClr val="4472C4">
                              <a:alpha val="0"/>
                            </a:srgbClr>
                          </a:solidFill>
                        </a:ln>
                        <a:solidFill>
                          <a:srgbClr val="202946"/>
                        </a:solidFill>
                        <a:latin typeface="Pretendard Variable SemiBold" panose="02000003000000020004" pitchFamily="2" charset="-127"/>
                        <a:ea typeface="Pretendard Variable SemiBold" panose="02000003000000020004" pitchFamily="2" charset="-127"/>
                        <a:cs typeface="Pretendard Variable SemiBold" panose="02000003000000020004" pitchFamily="2" charset="-127"/>
                      </a:endParaRPr>
                    </a:p>
                    <a:p>
                      <a:pPr algn="l" fontAlgn="ctr">
                        <a:buNone/>
                      </a:pPr>
                      <a:r>
                        <a:rPr lang="ko-KR" altLang="en-US" sz="1000" b="1" i="0" kern="1200" dirty="0">
                          <a:ln>
                            <a:solidFill>
                              <a:srgbClr val="4472C4">
                                <a:alpha val="0"/>
                              </a:srgbClr>
                            </a:solidFill>
                          </a:ln>
                          <a:solidFill>
                            <a:srgbClr val="202946"/>
                          </a:solidFill>
                          <a:latin typeface="Pretendard Variable SemiBold" panose="02000003000000020004" pitchFamily="2" charset="-127"/>
                          <a:ea typeface="Pretendard Variable SemiBold" panose="02000003000000020004" pitchFamily="2" charset="-127"/>
                          <a:cs typeface="Pretendard Variable SemiBold" panose="02000003000000020004" pitchFamily="2" charset="-127"/>
                        </a:rPr>
                        <a:t> </a:t>
                      </a:r>
                      <a:r>
                        <a:rPr lang="en-US" altLang="ko-KR" sz="1000" b="1" i="0" kern="1200" dirty="0">
                          <a:ln>
                            <a:solidFill>
                              <a:srgbClr val="4472C4">
                                <a:alpha val="0"/>
                              </a:srgbClr>
                            </a:solidFill>
                          </a:ln>
                          <a:solidFill>
                            <a:srgbClr val="202946"/>
                          </a:solidFill>
                          <a:latin typeface="Pretendard Variable SemiBold" panose="02000003000000020004" pitchFamily="2" charset="-127"/>
                          <a:ea typeface="Pretendard Variable SemiBold" panose="02000003000000020004" pitchFamily="2" charset="-127"/>
                          <a:cs typeface="Pretendard Variable SemiBold" panose="02000003000000020004" pitchFamily="2" charset="-127"/>
                        </a:rPr>
                        <a:t>-</a:t>
                      </a:r>
                      <a:r>
                        <a:rPr lang="ko-KR" altLang="en-US" sz="1000" b="1" i="0" kern="1200" dirty="0">
                          <a:ln>
                            <a:solidFill>
                              <a:srgbClr val="4472C4">
                                <a:alpha val="0"/>
                              </a:srgbClr>
                            </a:solidFill>
                          </a:ln>
                          <a:solidFill>
                            <a:srgbClr val="202946"/>
                          </a:solidFill>
                          <a:latin typeface="Pretendard Variable SemiBold" panose="02000003000000020004" pitchFamily="2" charset="-127"/>
                          <a:ea typeface="Pretendard Variable SemiBold" panose="02000003000000020004" pitchFamily="2" charset="-127"/>
                          <a:cs typeface="Pretendard Variable SemiBold" panose="02000003000000020004" pitchFamily="2" charset="-127"/>
                        </a:rPr>
                        <a:t> 대학교 이상</a:t>
                      </a:r>
                    </a:p>
                  </a:txBody>
                  <a:tcPr marL="3600" marR="4265" marT="426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92398824"/>
                  </a:ext>
                </a:extLst>
              </a:tr>
              <a:tr h="643321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altLang="ko-KR" sz="1000" b="1" i="0" kern="1200" dirty="0">
                          <a:ln>
                            <a:solidFill>
                              <a:srgbClr val="4472C4">
                                <a:alpha val="0"/>
                              </a:srgbClr>
                            </a:solidFill>
                          </a:ln>
                          <a:solidFill>
                            <a:srgbClr val="202946"/>
                          </a:solidFill>
                          <a:latin typeface="Pretendard Variable SemiBold" panose="02000003000000020004" pitchFamily="2" charset="-127"/>
                          <a:ea typeface="Pretendard Variable SemiBold" panose="02000003000000020004" pitchFamily="2" charset="-127"/>
                          <a:cs typeface="Pretendard Variable SemiBold" panose="02000003000000020004" pitchFamily="2" charset="-127"/>
                        </a:rPr>
                        <a:t>6</a:t>
                      </a:r>
                      <a:endParaRPr lang="en-US" sz="1000" b="1" i="0" kern="1200" dirty="0">
                        <a:ln>
                          <a:solidFill>
                            <a:srgbClr val="4472C4">
                              <a:alpha val="0"/>
                            </a:srgbClr>
                          </a:solidFill>
                        </a:ln>
                        <a:solidFill>
                          <a:srgbClr val="202946"/>
                        </a:solidFill>
                        <a:latin typeface="Pretendard Variable SemiBold" panose="02000003000000020004" pitchFamily="2" charset="-127"/>
                        <a:ea typeface="Pretendard Variable SemiBold" panose="02000003000000020004" pitchFamily="2" charset="-127"/>
                        <a:cs typeface="Pretendard Variable SemiBold" panose="02000003000000020004" pitchFamily="2" charset="-127"/>
                      </a:endParaRPr>
                    </a:p>
                  </a:txBody>
                  <a:tcPr marL="3600" marR="4265" marT="4265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1" i="0" kern="1200" dirty="0">
                          <a:ln>
                            <a:solidFill>
                              <a:srgbClr val="4472C4">
                                <a:alpha val="0"/>
                              </a:srgbClr>
                            </a:solidFill>
                          </a:ln>
                          <a:solidFill>
                            <a:srgbClr val="202946"/>
                          </a:solidFill>
                          <a:latin typeface="Pretendard Variable SemiBold" panose="02000003000000020004" pitchFamily="2" charset="-127"/>
                          <a:ea typeface="Pretendard Variable SemiBold" panose="02000003000000020004" pitchFamily="2" charset="-127"/>
                          <a:cs typeface="Pretendard Variable SemiBold" panose="02000003000000020004" pitchFamily="2" charset="-127"/>
                        </a:rPr>
                        <a:t> 신체 정보</a:t>
                      </a:r>
                      <a:endParaRPr lang="en-US" altLang="ko-KR" sz="1000" b="1" i="0" kern="1200" dirty="0">
                        <a:ln>
                          <a:solidFill>
                            <a:srgbClr val="4472C4">
                              <a:alpha val="0"/>
                            </a:srgbClr>
                          </a:solidFill>
                        </a:ln>
                        <a:solidFill>
                          <a:srgbClr val="202946"/>
                        </a:solidFill>
                        <a:latin typeface="Pretendard Variable SemiBold" panose="02000003000000020004" pitchFamily="2" charset="-127"/>
                        <a:ea typeface="Pretendard Variable SemiBold" panose="02000003000000020004" pitchFamily="2" charset="-127"/>
                        <a:cs typeface="Pretendard Variable SemiBold" panose="02000003000000020004" pitchFamily="2" charset="-127"/>
                      </a:endParaRPr>
                    </a:p>
                    <a:p>
                      <a:pPr algn="l" fontAlgn="ctr">
                        <a:buNone/>
                      </a:pPr>
                      <a:r>
                        <a:rPr lang="ko-KR" altLang="en-US" sz="1000" b="1" i="0" kern="1200" dirty="0">
                          <a:ln>
                            <a:solidFill>
                              <a:srgbClr val="4472C4">
                                <a:alpha val="0"/>
                              </a:srgbClr>
                            </a:solidFill>
                          </a:ln>
                          <a:solidFill>
                            <a:srgbClr val="202946"/>
                          </a:solidFill>
                          <a:latin typeface="Pretendard Variable SemiBold" panose="02000003000000020004" pitchFamily="2" charset="-127"/>
                          <a:ea typeface="Pretendard Variable SemiBold" panose="02000003000000020004" pitchFamily="2" charset="-127"/>
                          <a:cs typeface="Pretendard Variable SemiBold" panose="02000003000000020004" pitchFamily="2" charset="-127"/>
                        </a:rPr>
                        <a:t> </a:t>
                      </a:r>
                      <a:r>
                        <a:rPr lang="en-US" altLang="ko-KR" sz="1000" b="1" i="0" kern="1200" dirty="0">
                          <a:ln>
                            <a:solidFill>
                              <a:srgbClr val="4472C4">
                                <a:alpha val="0"/>
                              </a:srgbClr>
                            </a:solidFill>
                          </a:ln>
                          <a:solidFill>
                            <a:srgbClr val="202946"/>
                          </a:solidFill>
                          <a:latin typeface="Pretendard Variable SemiBold" panose="02000003000000020004" pitchFamily="2" charset="-127"/>
                          <a:ea typeface="Pretendard Variable SemiBold" panose="02000003000000020004" pitchFamily="2" charset="-127"/>
                          <a:cs typeface="Pretendard Variable SemiBold" panose="02000003000000020004" pitchFamily="2" charset="-127"/>
                        </a:rPr>
                        <a:t>-</a:t>
                      </a:r>
                      <a:r>
                        <a:rPr lang="ko-KR" altLang="en-US" sz="1000" b="1" i="0" kern="1200" dirty="0">
                          <a:ln>
                            <a:solidFill>
                              <a:srgbClr val="4472C4">
                                <a:alpha val="0"/>
                              </a:srgbClr>
                            </a:solidFill>
                          </a:ln>
                          <a:solidFill>
                            <a:srgbClr val="202946"/>
                          </a:solidFill>
                          <a:latin typeface="Pretendard Variable SemiBold" panose="02000003000000020004" pitchFamily="2" charset="-127"/>
                          <a:ea typeface="Pretendard Variable SemiBold" panose="02000003000000020004" pitchFamily="2" charset="-127"/>
                          <a:cs typeface="Pretendard Variable SemiBold" panose="02000003000000020004" pitchFamily="2" charset="-127"/>
                        </a:rPr>
                        <a:t> 키</a:t>
                      </a:r>
                      <a:r>
                        <a:rPr lang="en-US" altLang="ko-KR" sz="1000" b="1" i="0" kern="1200" dirty="0">
                          <a:ln>
                            <a:solidFill>
                              <a:srgbClr val="4472C4">
                                <a:alpha val="0"/>
                              </a:srgbClr>
                            </a:solidFill>
                          </a:ln>
                          <a:solidFill>
                            <a:srgbClr val="202946"/>
                          </a:solidFill>
                          <a:latin typeface="Pretendard Variable SemiBold" panose="02000003000000020004" pitchFamily="2" charset="-127"/>
                          <a:ea typeface="Pretendard Variable SemiBold" panose="02000003000000020004" pitchFamily="2" charset="-127"/>
                          <a:cs typeface="Pretendard Variable SemiBold" panose="02000003000000020004" pitchFamily="2" charset="-127"/>
                        </a:rPr>
                        <a:t>,</a:t>
                      </a:r>
                      <a:r>
                        <a:rPr lang="ko-KR" altLang="en-US" sz="1000" b="1" i="0" kern="1200" dirty="0">
                          <a:ln>
                            <a:solidFill>
                              <a:srgbClr val="4472C4">
                                <a:alpha val="0"/>
                              </a:srgbClr>
                            </a:solidFill>
                          </a:ln>
                          <a:solidFill>
                            <a:srgbClr val="202946"/>
                          </a:solidFill>
                          <a:latin typeface="Pretendard Variable SemiBold" panose="02000003000000020004" pitchFamily="2" charset="-127"/>
                          <a:ea typeface="Pretendard Variable SemiBold" panose="02000003000000020004" pitchFamily="2" charset="-127"/>
                          <a:cs typeface="Pretendard Variable SemiBold" panose="02000003000000020004" pitchFamily="2" charset="-127"/>
                        </a:rPr>
                        <a:t> 몸무게 입력</a:t>
                      </a:r>
                      <a:r>
                        <a:rPr lang="en-US" altLang="ko-KR" sz="1000" b="1" i="0" kern="1200" dirty="0">
                          <a:ln>
                            <a:solidFill>
                              <a:srgbClr val="4472C4">
                                <a:alpha val="0"/>
                              </a:srgbClr>
                            </a:solidFill>
                          </a:ln>
                          <a:solidFill>
                            <a:srgbClr val="202946"/>
                          </a:solidFill>
                          <a:latin typeface="Pretendard Variable SemiBold" panose="02000003000000020004" pitchFamily="2" charset="-127"/>
                          <a:ea typeface="Pretendard Variable SemiBold" panose="02000003000000020004" pitchFamily="2" charset="-127"/>
                          <a:cs typeface="Pretendard Variable SemiBold" panose="02000003000000020004" pitchFamily="2" charset="-127"/>
                        </a:rPr>
                        <a:t>(</a:t>
                      </a:r>
                      <a:r>
                        <a:rPr lang="ko-KR" altLang="en-US" sz="1000" b="1" i="0" kern="1200" dirty="0">
                          <a:ln>
                            <a:solidFill>
                              <a:srgbClr val="4472C4">
                                <a:alpha val="0"/>
                              </a:srgbClr>
                            </a:solidFill>
                          </a:ln>
                          <a:solidFill>
                            <a:srgbClr val="202946"/>
                          </a:solidFill>
                          <a:latin typeface="Pretendard Variable SemiBold" panose="02000003000000020004" pitchFamily="2" charset="-127"/>
                          <a:ea typeface="Pretendard Variable SemiBold" panose="02000003000000020004" pitchFamily="2" charset="-127"/>
                          <a:cs typeface="Pretendard Variable SemiBold" panose="02000003000000020004" pitchFamily="2" charset="-127"/>
                        </a:rPr>
                        <a:t>숫자만 입력</a:t>
                      </a:r>
                      <a:r>
                        <a:rPr lang="en-US" altLang="ko-KR" sz="1000" b="1" i="0" kern="1200" dirty="0">
                          <a:ln>
                            <a:solidFill>
                              <a:srgbClr val="4472C4">
                                <a:alpha val="0"/>
                              </a:srgbClr>
                            </a:solidFill>
                          </a:ln>
                          <a:solidFill>
                            <a:srgbClr val="202946"/>
                          </a:solidFill>
                          <a:latin typeface="Pretendard Variable SemiBold" panose="02000003000000020004" pitchFamily="2" charset="-127"/>
                          <a:ea typeface="Pretendard Variable SemiBold" panose="02000003000000020004" pitchFamily="2" charset="-127"/>
                          <a:cs typeface="Pretendard Variable SemiBold" panose="02000003000000020004" pitchFamily="2" charset="-127"/>
                        </a:rPr>
                        <a:t>)</a:t>
                      </a:r>
                      <a:endParaRPr lang="ko-KR" altLang="en-US" sz="1000" b="1" i="0" kern="1200" dirty="0">
                        <a:ln>
                          <a:solidFill>
                            <a:srgbClr val="4472C4">
                              <a:alpha val="0"/>
                            </a:srgbClr>
                          </a:solidFill>
                        </a:ln>
                        <a:solidFill>
                          <a:srgbClr val="202946"/>
                        </a:solidFill>
                        <a:latin typeface="Pretendard Variable SemiBold" panose="02000003000000020004" pitchFamily="2" charset="-127"/>
                        <a:ea typeface="Pretendard Variable SemiBold" panose="02000003000000020004" pitchFamily="2" charset="-127"/>
                        <a:cs typeface="Pretendard Variable SemiBold" panose="02000003000000020004" pitchFamily="2" charset="-127"/>
                      </a:endParaRPr>
                    </a:p>
                  </a:txBody>
                  <a:tcPr marL="3600" marR="4265" marT="426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947669732"/>
                  </a:ext>
                </a:extLst>
              </a:tr>
              <a:tr h="337822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altLang="ko-KR" sz="1000" b="1" i="0" kern="1200" dirty="0">
                          <a:ln>
                            <a:solidFill>
                              <a:srgbClr val="4472C4">
                                <a:alpha val="0"/>
                              </a:srgbClr>
                            </a:solidFill>
                          </a:ln>
                          <a:solidFill>
                            <a:srgbClr val="202946"/>
                          </a:solidFill>
                          <a:latin typeface="Pretendard Variable SemiBold" panose="02000003000000020004" pitchFamily="2" charset="-127"/>
                          <a:ea typeface="Pretendard Variable SemiBold" panose="02000003000000020004" pitchFamily="2" charset="-127"/>
                          <a:cs typeface="Pretendard Variable SemiBold" panose="02000003000000020004" pitchFamily="2" charset="-127"/>
                        </a:rPr>
                        <a:t>7</a:t>
                      </a:r>
                      <a:endParaRPr lang="en-US" sz="1000" b="1" i="0" kern="1200" dirty="0">
                        <a:ln>
                          <a:solidFill>
                            <a:srgbClr val="4472C4">
                              <a:alpha val="0"/>
                            </a:srgbClr>
                          </a:solidFill>
                        </a:ln>
                        <a:solidFill>
                          <a:srgbClr val="202946"/>
                        </a:solidFill>
                        <a:latin typeface="Pretendard Variable SemiBold" panose="02000003000000020004" pitchFamily="2" charset="-127"/>
                        <a:ea typeface="Pretendard Variable SemiBold" panose="02000003000000020004" pitchFamily="2" charset="-127"/>
                        <a:cs typeface="Pretendard Variable SemiBold" panose="02000003000000020004" pitchFamily="2" charset="-127"/>
                      </a:endParaRPr>
                    </a:p>
                  </a:txBody>
                  <a:tcPr marL="3600" marR="4265" marT="4265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1" i="0" kern="1200" dirty="0">
                          <a:ln>
                            <a:solidFill>
                              <a:srgbClr val="4472C4">
                                <a:alpha val="0"/>
                              </a:srgbClr>
                            </a:solidFill>
                          </a:ln>
                          <a:solidFill>
                            <a:srgbClr val="202946"/>
                          </a:solidFill>
                          <a:latin typeface="Pretendard Variable SemiBold" panose="02000003000000020004" pitchFamily="2" charset="-127"/>
                          <a:ea typeface="Pretendard Variable SemiBold" panose="02000003000000020004" pitchFamily="2" charset="-127"/>
                          <a:cs typeface="Pretendard Variable SemiBold" panose="02000003000000020004" pitchFamily="2" charset="-127"/>
                        </a:rPr>
                        <a:t> 모두 입력</a:t>
                      </a:r>
                      <a:r>
                        <a:rPr lang="en-US" altLang="ko-KR" sz="1000" b="1" i="0" kern="1200" dirty="0">
                          <a:ln>
                            <a:solidFill>
                              <a:srgbClr val="4472C4">
                                <a:alpha val="0"/>
                              </a:srgbClr>
                            </a:solidFill>
                          </a:ln>
                          <a:solidFill>
                            <a:srgbClr val="202946"/>
                          </a:solidFill>
                          <a:latin typeface="Pretendard Variable SemiBold" panose="02000003000000020004" pitchFamily="2" charset="-127"/>
                          <a:ea typeface="Pretendard Variable SemiBold" panose="02000003000000020004" pitchFamily="2" charset="-127"/>
                          <a:cs typeface="Pretendard Variable SemiBold" panose="02000003000000020004" pitchFamily="2" charset="-127"/>
                        </a:rPr>
                        <a:t>(</a:t>
                      </a:r>
                      <a:r>
                        <a:rPr lang="ko-KR" altLang="en-US" sz="1000" b="1" i="0" kern="1200" dirty="0">
                          <a:ln>
                            <a:solidFill>
                              <a:srgbClr val="4472C4">
                                <a:alpha val="0"/>
                              </a:srgbClr>
                            </a:solidFill>
                          </a:ln>
                          <a:solidFill>
                            <a:srgbClr val="202946"/>
                          </a:solidFill>
                          <a:latin typeface="Pretendard Variable SemiBold" panose="02000003000000020004" pitchFamily="2" charset="-127"/>
                          <a:ea typeface="Pretendard Variable SemiBold" panose="02000003000000020004" pitchFamily="2" charset="-127"/>
                          <a:cs typeface="Pretendard Variable SemiBold" panose="02000003000000020004" pitchFamily="2" charset="-127"/>
                        </a:rPr>
                        <a:t>선택</a:t>
                      </a:r>
                      <a:r>
                        <a:rPr lang="en-US" altLang="ko-KR" sz="1000" b="1" i="0" kern="1200" dirty="0">
                          <a:ln>
                            <a:solidFill>
                              <a:srgbClr val="4472C4">
                                <a:alpha val="0"/>
                              </a:srgbClr>
                            </a:solidFill>
                          </a:ln>
                          <a:solidFill>
                            <a:srgbClr val="202946"/>
                          </a:solidFill>
                          <a:latin typeface="Pretendard Variable SemiBold" panose="02000003000000020004" pitchFamily="2" charset="-127"/>
                          <a:ea typeface="Pretendard Variable SemiBold" panose="02000003000000020004" pitchFamily="2" charset="-127"/>
                          <a:cs typeface="Pretendard Variable SemiBold" panose="02000003000000020004" pitchFamily="2" charset="-127"/>
                        </a:rPr>
                        <a:t>)</a:t>
                      </a:r>
                      <a:r>
                        <a:rPr lang="ko-KR" altLang="en-US" sz="1000" b="1" i="0" kern="1200" dirty="0">
                          <a:ln>
                            <a:solidFill>
                              <a:srgbClr val="4472C4">
                                <a:alpha val="0"/>
                              </a:srgbClr>
                            </a:solidFill>
                          </a:ln>
                          <a:solidFill>
                            <a:srgbClr val="202946"/>
                          </a:solidFill>
                          <a:latin typeface="Pretendard Variable SemiBold" panose="02000003000000020004" pitchFamily="2" charset="-127"/>
                          <a:ea typeface="Pretendard Variable SemiBold" panose="02000003000000020004" pitchFamily="2" charset="-127"/>
                          <a:cs typeface="Pretendard Variable SemiBold" panose="02000003000000020004" pitchFamily="2" charset="-127"/>
                        </a:rPr>
                        <a:t> 시</a:t>
                      </a:r>
                      <a:r>
                        <a:rPr lang="en-US" altLang="ko-KR" sz="1000" b="1" i="0" kern="1200" dirty="0">
                          <a:ln>
                            <a:solidFill>
                              <a:srgbClr val="4472C4">
                                <a:alpha val="0"/>
                              </a:srgbClr>
                            </a:solidFill>
                          </a:ln>
                          <a:solidFill>
                            <a:srgbClr val="202946"/>
                          </a:solidFill>
                          <a:latin typeface="Pretendard Variable SemiBold" panose="02000003000000020004" pitchFamily="2" charset="-127"/>
                          <a:ea typeface="Pretendard Variable SemiBold" panose="02000003000000020004" pitchFamily="2" charset="-127"/>
                          <a:cs typeface="Pretendard Variable SemiBold" panose="02000003000000020004" pitchFamily="2" charset="-127"/>
                        </a:rPr>
                        <a:t>,</a:t>
                      </a:r>
                      <a:r>
                        <a:rPr lang="ko-KR" altLang="en-US" sz="1000" b="1" i="0" kern="1200" dirty="0">
                          <a:ln>
                            <a:solidFill>
                              <a:srgbClr val="4472C4">
                                <a:alpha val="0"/>
                              </a:srgbClr>
                            </a:solidFill>
                          </a:ln>
                          <a:solidFill>
                            <a:srgbClr val="202946"/>
                          </a:solidFill>
                          <a:latin typeface="Pretendard Variable SemiBold" panose="02000003000000020004" pitchFamily="2" charset="-127"/>
                          <a:ea typeface="Pretendard Variable SemiBold" panose="02000003000000020004" pitchFamily="2" charset="-127"/>
                          <a:cs typeface="Pretendard Variable SemiBold" panose="02000003000000020004" pitchFamily="2" charset="-127"/>
                        </a:rPr>
                        <a:t> 다음 버튼 클릭 </a:t>
                      </a:r>
                    </a:p>
                  </a:txBody>
                  <a:tcPr marL="3600" marR="4265" marT="426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920587223"/>
                  </a:ext>
                </a:extLst>
              </a:tr>
            </a:tbl>
          </a:graphicData>
        </a:graphic>
      </p:graphicFrame>
      <p:pic>
        <p:nvPicPr>
          <p:cNvPr id="16" name="그림 15">
            <a:extLst>
              <a:ext uri="{FF2B5EF4-FFF2-40B4-BE49-F238E27FC236}">
                <a16:creationId xmlns:a16="http://schemas.microsoft.com/office/drawing/2014/main" id="{58E9CAD4-36A0-D875-7AB7-FFEAB32631EF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53115" y="1503287"/>
            <a:ext cx="7772400" cy="4238394"/>
          </a:xfrm>
          <a:prstGeom prst="rect">
            <a:avLst/>
          </a:prstGeom>
        </p:spPr>
      </p:pic>
      <p:sp>
        <p:nvSpPr>
          <p:cNvPr id="7" name="타원 6">
            <a:extLst>
              <a:ext uri="{FF2B5EF4-FFF2-40B4-BE49-F238E27FC236}">
                <a16:creationId xmlns:a16="http://schemas.microsoft.com/office/drawing/2014/main" id="{A132A87C-ABCB-A669-89D1-4B5BDD2654BD}"/>
              </a:ext>
            </a:extLst>
          </p:cNvPr>
          <p:cNvSpPr/>
          <p:nvPr/>
        </p:nvSpPr>
        <p:spPr>
          <a:xfrm>
            <a:off x="6841" y="2302852"/>
            <a:ext cx="322673" cy="322673"/>
          </a:xfrm>
          <a:prstGeom prst="ellipse">
            <a:avLst/>
          </a:prstGeom>
          <a:solidFill>
            <a:srgbClr val="FFC0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b="1" dirty="0">
                <a:solidFill>
                  <a:schemeClr val="bg1"/>
                </a:solidFill>
                <a:latin typeface="Pretendard Variable Black" panose="02000003000000020004" pitchFamily="2" charset="-127"/>
                <a:ea typeface="Pretendard Variable Black" panose="02000003000000020004" pitchFamily="2" charset="-127"/>
                <a:cs typeface="Pretendard Variable Black" panose="02000003000000020004" pitchFamily="2" charset="-127"/>
              </a:rPr>
              <a:t>1</a:t>
            </a:r>
            <a:endParaRPr lang="ko-KR" altLang="en-US" b="1" dirty="0">
              <a:solidFill>
                <a:schemeClr val="bg1"/>
              </a:solidFill>
              <a:latin typeface="Pretendard Variable Black" panose="02000003000000020004" pitchFamily="2" charset="-127"/>
              <a:ea typeface="Pretendard Variable Black" panose="02000003000000020004" pitchFamily="2" charset="-127"/>
              <a:cs typeface="Pretendard Variable Black" panose="02000003000000020004" pitchFamily="2" charset="-127"/>
            </a:endParaRPr>
          </a:p>
        </p:txBody>
      </p:sp>
      <p:sp>
        <p:nvSpPr>
          <p:cNvPr id="9" name="타원 8">
            <a:extLst>
              <a:ext uri="{FF2B5EF4-FFF2-40B4-BE49-F238E27FC236}">
                <a16:creationId xmlns:a16="http://schemas.microsoft.com/office/drawing/2014/main" id="{4920187B-AA60-226B-85ED-2961A833056E}"/>
              </a:ext>
            </a:extLst>
          </p:cNvPr>
          <p:cNvSpPr/>
          <p:nvPr/>
        </p:nvSpPr>
        <p:spPr>
          <a:xfrm>
            <a:off x="6841" y="2757917"/>
            <a:ext cx="322673" cy="322673"/>
          </a:xfrm>
          <a:prstGeom prst="ellipse">
            <a:avLst/>
          </a:prstGeom>
          <a:solidFill>
            <a:srgbClr val="FFC0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b="1" dirty="0">
                <a:solidFill>
                  <a:schemeClr val="bg1"/>
                </a:solidFill>
                <a:latin typeface="Pretendard Variable Black" panose="02000003000000020004" pitchFamily="2" charset="-127"/>
                <a:ea typeface="Pretendard Variable Black" panose="02000003000000020004" pitchFamily="2" charset="-127"/>
                <a:cs typeface="Pretendard Variable Black" panose="02000003000000020004" pitchFamily="2" charset="-127"/>
              </a:rPr>
              <a:t>2</a:t>
            </a:r>
            <a:endParaRPr lang="ko-KR" altLang="en-US" b="1" dirty="0">
              <a:solidFill>
                <a:schemeClr val="bg1"/>
              </a:solidFill>
              <a:latin typeface="Pretendard Variable Black" panose="02000003000000020004" pitchFamily="2" charset="-127"/>
              <a:ea typeface="Pretendard Variable Black" panose="02000003000000020004" pitchFamily="2" charset="-127"/>
              <a:cs typeface="Pretendard Variable Black" panose="02000003000000020004" pitchFamily="2" charset="-127"/>
            </a:endParaRPr>
          </a:p>
        </p:txBody>
      </p:sp>
      <p:sp>
        <p:nvSpPr>
          <p:cNvPr id="13" name="타원 12">
            <a:extLst>
              <a:ext uri="{FF2B5EF4-FFF2-40B4-BE49-F238E27FC236}">
                <a16:creationId xmlns:a16="http://schemas.microsoft.com/office/drawing/2014/main" id="{8AF4D588-4DBB-6443-EB53-D5591B3B55A3}"/>
              </a:ext>
            </a:extLst>
          </p:cNvPr>
          <p:cNvSpPr/>
          <p:nvPr/>
        </p:nvSpPr>
        <p:spPr>
          <a:xfrm>
            <a:off x="6841" y="3233830"/>
            <a:ext cx="322673" cy="322673"/>
          </a:xfrm>
          <a:prstGeom prst="ellipse">
            <a:avLst/>
          </a:prstGeom>
          <a:solidFill>
            <a:srgbClr val="FFC0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b="1" dirty="0">
                <a:solidFill>
                  <a:schemeClr val="bg1"/>
                </a:solidFill>
                <a:latin typeface="Pretendard Variable Black" panose="02000003000000020004" pitchFamily="2" charset="-127"/>
                <a:ea typeface="Pretendard Variable Black" panose="02000003000000020004" pitchFamily="2" charset="-127"/>
                <a:cs typeface="Pretendard Variable Black" panose="02000003000000020004" pitchFamily="2" charset="-127"/>
              </a:rPr>
              <a:t>3</a:t>
            </a:r>
            <a:endParaRPr lang="ko-KR" altLang="en-US" b="1" dirty="0">
              <a:solidFill>
                <a:schemeClr val="bg1"/>
              </a:solidFill>
              <a:latin typeface="Pretendard Variable Black" panose="02000003000000020004" pitchFamily="2" charset="-127"/>
              <a:ea typeface="Pretendard Variable Black" panose="02000003000000020004" pitchFamily="2" charset="-127"/>
              <a:cs typeface="Pretendard Variable Black" panose="02000003000000020004" pitchFamily="2" charset="-127"/>
            </a:endParaRPr>
          </a:p>
        </p:txBody>
      </p:sp>
      <p:sp>
        <p:nvSpPr>
          <p:cNvPr id="15" name="타원 14">
            <a:extLst>
              <a:ext uri="{FF2B5EF4-FFF2-40B4-BE49-F238E27FC236}">
                <a16:creationId xmlns:a16="http://schemas.microsoft.com/office/drawing/2014/main" id="{00F88B67-DF28-0D29-F750-7693ECA8270D}"/>
              </a:ext>
            </a:extLst>
          </p:cNvPr>
          <p:cNvSpPr/>
          <p:nvPr/>
        </p:nvSpPr>
        <p:spPr>
          <a:xfrm>
            <a:off x="6841" y="3728164"/>
            <a:ext cx="322673" cy="322673"/>
          </a:xfrm>
          <a:prstGeom prst="ellipse">
            <a:avLst/>
          </a:prstGeom>
          <a:solidFill>
            <a:srgbClr val="FFC0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b="1" dirty="0">
                <a:solidFill>
                  <a:schemeClr val="bg1"/>
                </a:solidFill>
                <a:latin typeface="Pretendard Variable Black" panose="02000003000000020004" pitchFamily="2" charset="-127"/>
                <a:ea typeface="Pretendard Variable Black" panose="02000003000000020004" pitchFamily="2" charset="-127"/>
                <a:cs typeface="Pretendard Variable Black" panose="02000003000000020004" pitchFamily="2" charset="-127"/>
              </a:rPr>
              <a:t>4</a:t>
            </a:r>
            <a:endParaRPr lang="ko-KR" altLang="en-US" b="1" dirty="0">
              <a:solidFill>
                <a:schemeClr val="bg1"/>
              </a:solidFill>
              <a:latin typeface="Pretendard Variable Black" panose="02000003000000020004" pitchFamily="2" charset="-127"/>
              <a:ea typeface="Pretendard Variable Black" panose="02000003000000020004" pitchFamily="2" charset="-127"/>
              <a:cs typeface="Pretendard Variable Black" panose="02000003000000020004" pitchFamily="2" charset="-127"/>
            </a:endParaRPr>
          </a:p>
        </p:txBody>
      </p:sp>
      <p:sp>
        <p:nvSpPr>
          <p:cNvPr id="17" name="타원 16">
            <a:extLst>
              <a:ext uri="{FF2B5EF4-FFF2-40B4-BE49-F238E27FC236}">
                <a16:creationId xmlns:a16="http://schemas.microsoft.com/office/drawing/2014/main" id="{1B142600-8884-17FE-8EE5-A93718F8B7CE}"/>
              </a:ext>
            </a:extLst>
          </p:cNvPr>
          <p:cNvSpPr/>
          <p:nvPr/>
        </p:nvSpPr>
        <p:spPr>
          <a:xfrm>
            <a:off x="6841" y="4216895"/>
            <a:ext cx="322673" cy="322673"/>
          </a:xfrm>
          <a:prstGeom prst="ellipse">
            <a:avLst/>
          </a:prstGeom>
          <a:solidFill>
            <a:srgbClr val="FFC0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b="1" dirty="0">
                <a:solidFill>
                  <a:schemeClr val="bg1"/>
                </a:solidFill>
                <a:latin typeface="Pretendard Variable Black" panose="02000003000000020004" pitchFamily="2" charset="-127"/>
                <a:ea typeface="Pretendard Variable Black" panose="02000003000000020004" pitchFamily="2" charset="-127"/>
                <a:cs typeface="Pretendard Variable Black" panose="02000003000000020004" pitchFamily="2" charset="-127"/>
              </a:rPr>
              <a:t>5</a:t>
            </a:r>
            <a:endParaRPr lang="ko-KR" altLang="en-US" b="1" dirty="0">
              <a:solidFill>
                <a:schemeClr val="bg1"/>
              </a:solidFill>
              <a:latin typeface="Pretendard Variable Black" panose="02000003000000020004" pitchFamily="2" charset="-127"/>
              <a:ea typeface="Pretendard Variable Black" panose="02000003000000020004" pitchFamily="2" charset="-127"/>
              <a:cs typeface="Pretendard Variable Black" panose="02000003000000020004" pitchFamily="2" charset="-127"/>
            </a:endParaRPr>
          </a:p>
        </p:txBody>
      </p:sp>
      <p:sp>
        <p:nvSpPr>
          <p:cNvPr id="18" name="타원 17">
            <a:extLst>
              <a:ext uri="{FF2B5EF4-FFF2-40B4-BE49-F238E27FC236}">
                <a16:creationId xmlns:a16="http://schemas.microsoft.com/office/drawing/2014/main" id="{5296A1E8-B172-F556-E826-E43F742B6112}"/>
              </a:ext>
            </a:extLst>
          </p:cNvPr>
          <p:cNvSpPr/>
          <p:nvPr/>
        </p:nvSpPr>
        <p:spPr>
          <a:xfrm>
            <a:off x="6841" y="4766630"/>
            <a:ext cx="322673" cy="322673"/>
          </a:xfrm>
          <a:prstGeom prst="ellipse">
            <a:avLst/>
          </a:prstGeom>
          <a:solidFill>
            <a:srgbClr val="FFC0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b="1" dirty="0">
                <a:solidFill>
                  <a:schemeClr val="bg1"/>
                </a:solidFill>
                <a:latin typeface="Pretendard Variable Black" panose="02000003000000020004" pitchFamily="2" charset="-127"/>
                <a:ea typeface="Pretendard Variable Black" panose="02000003000000020004" pitchFamily="2" charset="-127"/>
                <a:cs typeface="Pretendard Variable Black" panose="02000003000000020004" pitchFamily="2" charset="-127"/>
              </a:rPr>
              <a:t>6</a:t>
            </a:r>
            <a:endParaRPr lang="ko-KR" altLang="en-US" b="1" dirty="0">
              <a:solidFill>
                <a:schemeClr val="bg1"/>
              </a:solidFill>
              <a:latin typeface="Pretendard Variable Black" panose="02000003000000020004" pitchFamily="2" charset="-127"/>
              <a:ea typeface="Pretendard Variable Black" panose="02000003000000020004" pitchFamily="2" charset="-127"/>
              <a:cs typeface="Pretendard Variable Black" panose="02000003000000020004" pitchFamily="2" charset="-127"/>
            </a:endParaRPr>
          </a:p>
        </p:txBody>
      </p:sp>
      <p:sp>
        <p:nvSpPr>
          <p:cNvPr id="3" name="모서리가 둥근 직사각형 2">
            <a:extLst>
              <a:ext uri="{FF2B5EF4-FFF2-40B4-BE49-F238E27FC236}">
                <a16:creationId xmlns:a16="http://schemas.microsoft.com/office/drawing/2014/main" id="{32510CA4-5B77-EA24-6A55-BE64AE192284}"/>
              </a:ext>
            </a:extLst>
          </p:cNvPr>
          <p:cNvSpPr/>
          <p:nvPr/>
        </p:nvSpPr>
        <p:spPr>
          <a:xfrm>
            <a:off x="421593" y="4757529"/>
            <a:ext cx="3739590" cy="331305"/>
          </a:xfrm>
          <a:prstGeom prst="roundRect">
            <a:avLst/>
          </a:prstGeom>
          <a:solidFill>
            <a:srgbClr val="F9FBFD"/>
          </a:solidFill>
          <a:ln>
            <a:solidFill>
              <a:srgbClr val="EDF1F6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ko-KR" altLang="en-US"/>
          </a:p>
        </p:txBody>
      </p:sp>
      <p:sp>
        <p:nvSpPr>
          <p:cNvPr id="8" name="모서리가 둥근 직사각형 7">
            <a:extLst>
              <a:ext uri="{FF2B5EF4-FFF2-40B4-BE49-F238E27FC236}">
                <a16:creationId xmlns:a16="http://schemas.microsoft.com/office/drawing/2014/main" id="{158B5D1F-AD94-7AB8-2AC1-59A8E0F323A5}"/>
              </a:ext>
            </a:extLst>
          </p:cNvPr>
          <p:cNvSpPr/>
          <p:nvPr/>
        </p:nvSpPr>
        <p:spPr>
          <a:xfrm>
            <a:off x="4291229" y="4757528"/>
            <a:ext cx="3739590" cy="331305"/>
          </a:xfrm>
          <a:prstGeom prst="roundRect">
            <a:avLst/>
          </a:prstGeom>
          <a:solidFill>
            <a:srgbClr val="F9FBFD"/>
          </a:solidFill>
          <a:ln>
            <a:solidFill>
              <a:srgbClr val="EDF1F6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ko-KR" altLang="en-US"/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C3177A53-4B15-0521-189D-78015703DD93}"/>
              </a:ext>
            </a:extLst>
          </p:cNvPr>
          <p:cNvSpPr txBox="1"/>
          <p:nvPr/>
        </p:nvSpPr>
        <p:spPr>
          <a:xfrm>
            <a:off x="3715018" y="4818879"/>
            <a:ext cx="610028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ko-KR" sz="1000" dirty="0">
                <a:solidFill>
                  <a:schemeClr val="bg1">
                    <a:lumMod val="85000"/>
                  </a:schemeClr>
                </a:solidFill>
                <a:latin typeface="Pretendard Variable Light" panose="02000003000000020004" pitchFamily="2" charset="-127"/>
                <a:ea typeface="Pretendard Variable Light" panose="02000003000000020004" pitchFamily="2" charset="-127"/>
                <a:cs typeface="Pretendard Variable Light" panose="02000003000000020004" pitchFamily="2" charset="-127"/>
              </a:rPr>
              <a:t>cm</a:t>
            </a:r>
            <a:endParaRPr kumimoji="1" lang="ko-KR" altLang="en-US" sz="1000" dirty="0">
              <a:solidFill>
                <a:schemeClr val="bg1">
                  <a:lumMod val="85000"/>
                </a:schemeClr>
              </a:solidFill>
              <a:latin typeface="Pretendard Variable Light" panose="02000003000000020004" pitchFamily="2" charset="-127"/>
              <a:ea typeface="Pretendard Variable Light" panose="02000003000000020004" pitchFamily="2" charset="-127"/>
              <a:cs typeface="Pretendard Variable Light" panose="02000003000000020004" pitchFamily="2" charset="-127"/>
            </a:endParaRP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B354CD08-C648-5D2A-4F85-BE3DB8E9E59E}"/>
              </a:ext>
            </a:extLst>
          </p:cNvPr>
          <p:cNvSpPr txBox="1"/>
          <p:nvPr/>
        </p:nvSpPr>
        <p:spPr>
          <a:xfrm>
            <a:off x="7663480" y="4818879"/>
            <a:ext cx="610028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ko-KR" sz="1000" dirty="0">
                <a:solidFill>
                  <a:schemeClr val="bg1">
                    <a:lumMod val="85000"/>
                  </a:schemeClr>
                </a:solidFill>
                <a:latin typeface="Pretendard Variable Light" panose="02000003000000020004" pitchFamily="2" charset="-127"/>
                <a:ea typeface="Pretendard Variable Light" panose="02000003000000020004" pitchFamily="2" charset="-127"/>
                <a:cs typeface="Pretendard Variable Light" panose="02000003000000020004" pitchFamily="2" charset="-127"/>
              </a:rPr>
              <a:t>kg</a:t>
            </a:r>
            <a:endParaRPr kumimoji="1" lang="ko-KR" altLang="en-US" sz="1000" dirty="0">
              <a:solidFill>
                <a:schemeClr val="bg1">
                  <a:lumMod val="85000"/>
                </a:schemeClr>
              </a:solidFill>
              <a:latin typeface="Pretendard Variable Light" panose="02000003000000020004" pitchFamily="2" charset="-127"/>
              <a:ea typeface="Pretendard Variable Light" panose="02000003000000020004" pitchFamily="2" charset="-127"/>
              <a:cs typeface="Pretendard Variable Light" panose="02000003000000020004" pitchFamily="2" charset="-127"/>
            </a:endParaRP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232F0AB1-583F-2675-3BC2-61DEB14560B6}"/>
              </a:ext>
            </a:extLst>
          </p:cNvPr>
          <p:cNvSpPr txBox="1"/>
          <p:nvPr/>
        </p:nvSpPr>
        <p:spPr>
          <a:xfrm>
            <a:off x="362860" y="4555078"/>
            <a:ext cx="1178392" cy="18466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600" b="1" dirty="0">
                <a:ln>
                  <a:solidFill>
                    <a:srgbClr val="4472C4">
                      <a:alpha val="0"/>
                    </a:srgbClr>
                  </a:solidFill>
                </a:ln>
                <a:solidFill>
                  <a:srgbClr val="202946"/>
                </a:solidFill>
                <a:latin typeface="Pretendard Variable SemiBold" panose="02000003000000020004" pitchFamily="2" charset="-127"/>
                <a:ea typeface="Pretendard Variable SemiBold" panose="02000003000000020004" pitchFamily="2" charset="-127"/>
                <a:cs typeface="Pretendard Variable SemiBold" panose="02000003000000020004" pitchFamily="2" charset="-127"/>
              </a:rPr>
              <a:t>신체 정보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70ACAF77-EF0C-3ABC-4B30-635D931FA5FD}"/>
              </a:ext>
            </a:extLst>
          </p:cNvPr>
          <p:cNvSpPr txBox="1"/>
          <p:nvPr/>
        </p:nvSpPr>
        <p:spPr>
          <a:xfrm>
            <a:off x="519349" y="4836405"/>
            <a:ext cx="3297277" cy="20005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ko-KR" sz="700" dirty="0">
                <a:latin typeface="Pretendard Variable Light" panose="02000003000000020004" pitchFamily="2" charset="-127"/>
                <a:ea typeface="Pretendard Variable Light" panose="02000003000000020004" pitchFamily="2" charset="-127"/>
                <a:cs typeface="Pretendard Variable Light" panose="02000003000000020004" pitchFamily="2" charset="-127"/>
              </a:rPr>
              <a:t>165</a:t>
            </a:r>
            <a:endParaRPr kumimoji="1" lang="ko-KR" altLang="en-US" sz="700" dirty="0">
              <a:latin typeface="Pretendard Variable Light" panose="02000003000000020004" pitchFamily="2" charset="-127"/>
              <a:ea typeface="Pretendard Variable Light" panose="02000003000000020004" pitchFamily="2" charset="-127"/>
              <a:cs typeface="Pretendard Variable Light" panose="02000003000000020004" pitchFamily="2" charset="-127"/>
            </a:endParaRP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55BE08E3-5A0C-D8E7-80CE-9967511D1F81}"/>
              </a:ext>
            </a:extLst>
          </p:cNvPr>
          <p:cNvSpPr txBox="1"/>
          <p:nvPr/>
        </p:nvSpPr>
        <p:spPr>
          <a:xfrm>
            <a:off x="4455092" y="4836405"/>
            <a:ext cx="3299648" cy="20005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ko-KR" sz="700" dirty="0">
                <a:latin typeface="Pretendard Variable Light" panose="02000003000000020004" pitchFamily="2" charset="-127"/>
                <a:ea typeface="Pretendard Variable Light" panose="02000003000000020004" pitchFamily="2" charset="-127"/>
                <a:cs typeface="Pretendard Variable Light" panose="02000003000000020004" pitchFamily="2" charset="-127"/>
              </a:rPr>
              <a:t>55</a:t>
            </a:r>
            <a:endParaRPr kumimoji="1" lang="ko-KR" altLang="en-US" sz="900" dirty="0">
              <a:latin typeface="Pretendard Variable Light" panose="02000003000000020004" pitchFamily="2" charset="-127"/>
              <a:ea typeface="Pretendard Variable Light" panose="02000003000000020004" pitchFamily="2" charset="-127"/>
              <a:cs typeface="Pretendard Variable Light" panose="02000003000000020004" pitchFamily="2" charset="-127"/>
            </a:endParaRPr>
          </a:p>
        </p:txBody>
      </p:sp>
      <p:sp>
        <p:nvSpPr>
          <p:cNvPr id="22" name="타원 21">
            <a:extLst>
              <a:ext uri="{FF2B5EF4-FFF2-40B4-BE49-F238E27FC236}">
                <a16:creationId xmlns:a16="http://schemas.microsoft.com/office/drawing/2014/main" id="{6E382EA1-4690-A314-3360-3B10314F46CB}"/>
              </a:ext>
            </a:extLst>
          </p:cNvPr>
          <p:cNvSpPr/>
          <p:nvPr/>
        </p:nvSpPr>
        <p:spPr>
          <a:xfrm>
            <a:off x="6841" y="5396109"/>
            <a:ext cx="322673" cy="322673"/>
          </a:xfrm>
          <a:prstGeom prst="ellipse">
            <a:avLst/>
          </a:prstGeom>
          <a:solidFill>
            <a:srgbClr val="FFC0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b="1" dirty="0">
                <a:solidFill>
                  <a:schemeClr val="bg1"/>
                </a:solidFill>
                <a:latin typeface="Pretendard Variable Black" panose="02000003000000020004" pitchFamily="2" charset="-127"/>
                <a:ea typeface="Pretendard Variable Black" panose="02000003000000020004" pitchFamily="2" charset="-127"/>
                <a:cs typeface="Pretendard Variable Black" panose="02000003000000020004" pitchFamily="2" charset="-127"/>
              </a:rPr>
              <a:t>7</a:t>
            </a:r>
            <a:endParaRPr lang="ko-KR" altLang="en-US" b="1" dirty="0">
              <a:solidFill>
                <a:schemeClr val="bg1"/>
              </a:solidFill>
              <a:latin typeface="Pretendard Variable Black" panose="02000003000000020004" pitchFamily="2" charset="-127"/>
              <a:ea typeface="Pretendard Variable Black" panose="02000003000000020004" pitchFamily="2" charset="-127"/>
              <a:cs typeface="Pretendard Variable Black" panose="02000003000000020004" pitchFamily="2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1407030469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4B53029-A4A7-E424-4F60-D549261A310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그림 4">
            <a:extLst>
              <a:ext uri="{FF2B5EF4-FFF2-40B4-BE49-F238E27FC236}">
                <a16:creationId xmlns:a16="http://schemas.microsoft.com/office/drawing/2014/main" id="{D33A20D3-6909-9E13-E55F-AD99163685A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-1" y="0"/>
            <a:ext cx="12192001" cy="6861745"/>
          </a:xfrm>
          <a:prstGeom prst="rect">
            <a:avLst/>
          </a:prstGeom>
        </p:spPr>
      </p:pic>
      <p:sp>
        <p:nvSpPr>
          <p:cNvPr id="10" name="모서리가 둥근 직사각형 9">
            <a:extLst>
              <a:ext uri="{FF2B5EF4-FFF2-40B4-BE49-F238E27FC236}">
                <a16:creationId xmlns:a16="http://schemas.microsoft.com/office/drawing/2014/main" id="{EBFBB7AA-FE5E-59BA-59F6-EDB5D49EAA8E}"/>
              </a:ext>
            </a:extLst>
          </p:cNvPr>
          <p:cNvSpPr/>
          <p:nvPr/>
        </p:nvSpPr>
        <p:spPr>
          <a:xfrm flipH="1">
            <a:off x="375874" y="407856"/>
            <a:ext cx="45719" cy="641829"/>
          </a:xfrm>
          <a:prstGeom prst="roundRect">
            <a:avLst/>
          </a:prstGeom>
          <a:solidFill>
            <a:srgbClr val="20307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ko-KR" altLang="en-US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0CF4F507-4ACD-A6B5-71EF-D1A2471A0F42}"/>
              </a:ext>
            </a:extLst>
          </p:cNvPr>
          <p:cNvSpPr txBox="1"/>
          <p:nvPr/>
        </p:nvSpPr>
        <p:spPr>
          <a:xfrm>
            <a:off x="519779" y="358229"/>
            <a:ext cx="9823121" cy="73866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2600" b="1" dirty="0">
                <a:solidFill>
                  <a:srgbClr val="202946"/>
                </a:solidFill>
                <a:effectLst/>
                <a:latin typeface="Pretendard Variable ExtraBold" panose="02000003000000020004" pitchFamily="2" charset="-127"/>
                <a:ea typeface="Pretendard Variable ExtraBold" panose="02000003000000020004" pitchFamily="2" charset="-127"/>
                <a:cs typeface="Pretendard Variable ExtraBold" panose="02000003000000020004" pitchFamily="2" charset="-127"/>
              </a:rPr>
              <a:t>화면 설계서</a:t>
            </a:r>
            <a:endParaRPr lang="en-US" altLang="ko-KR" sz="2600" b="1" dirty="0">
              <a:solidFill>
                <a:srgbClr val="202946"/>
              </a:solidFill>
              <a:effectLst/>
              <a:latin typeface="Pretendard Variable ExtraBold" panose="02000003000000020004" pitchFamily="2" charset="-127"/>
              <a:ea typeface="Pretendard Variable ExtraBold" panose="02000003000000020004" pitchFamily="2" charset="-127"/>
              <a:cs typeface="Pretendard Variable ExtraBold" panose="02000003000000020004" pitchFamily="2" charset="-127"/>
            </a:endParaRPr>
          </a:p>
          <a:p>
            <a:r>
              <a:rPr lang="ko-KR" altLang="en-US" sz="1600" dirty="0">
                <a:solidFill>
                  <a:srgbClr val="4D5F8F"/>
                </a:solidFill>
                <a:latin typeface="Pretendard Variable SemiBold" panose="02000003000000020004" pitchFamily="2" charset="-127"/>
                <a:ea typeface="Pretendard Variable SemiBold" panose="02000003000000020004" pitchFamily="2" charset="-127"/>
                <a:cs typeface="Pretendard Variable SemiBold" panose="02000003000000020004" pitchFamily="2" charset="-127"/>
              </a:rPr>
              <a:t>평소 생활 습관</a:t>
            </a:r>
            <a:r>
              <a:rPr lang="ko-KR" altLang="en-US" sz="1600" dirty="0">
                <a:solidFill>
                  <a:srgbClr val="4D5F8F"/>
                </a:solidFill>
                <a:effectLst/>
                <a:latin typeface="Pretendard Variable SemiBold" panose="02000003000000020004" pitchFamily="2" charset="-127"/>
                <a:ea typeface="Pretendard Variable SemiBold" panose="02000003000000020004" pitchFamily="2" charset="-127"/>
                <a:cs typeface="Pretendard Variable SemiBold" panose="02000003000000020004" pitchFamily="2" charset="-127"/>
              </a:rPr>
              <a:t> 입력 화면 </a:t>
            </a:r>
            <a:r>
              <a:rPr lang="en-US" altLang="ko-KR" sz="1600" dirty="0">
                <a:solidFill>
                  <a:srgbClr val="4D5F8F"/>
                </a:solidFill>
                <a:effectLst/>
                <a:latin typeface="Pretendard Variable SemiBold" panose="02000003000000020004" pitchFamily="2" charset="-127"/>
                <a:ea typeface="Pretendard Variable SemiBold" panose="02000003000000020004" pitchFamily="2" charset="-127"/>
                <a:cs typeface="Pretendard Variable SemiBold" panose="02000003000000020004" pitchFamily="2" charset="-127"/>
              </a:rPr>
              <a:t>-</a:t>
            </a:r>
            <a:r>
              <a:rPr lang="ko-KR" altLang="en-US" sz="1600" dirty="0">
                <a:solidFill>
                  <a:srgbClr val="4D5F8F"/>
                </a:solidFill>
                <a:effectLst/>
                <a:latin typeface="Pretendard Variable SemiBold" panose="02000003000000020004" pitchFamily="2" charset="-127"/>
                <a:ea typeface="Pretendard Variable SemiBold" panose="02000003000000020004" pitchFamily="2" charset="-127"/>
                <a:cs typeface="Pretendard Variable SemiBold" panose="02000003000000020004" pitchFamily="2" charset="-127"/>
              </a:rPr>
              <a:t> </a:t>
            </a:r>
            <a:r>
              <a:rPr lang="en-US" altLang="ko-KR" sz="1600" dirty="0">
                <a:solidFill>
                  <a:srgbClr val="4D5F8F"/>
                </a:solidFill>
                <a:effectLst/>
                <a:latin typeface="Pretendard Variable SemiBold" panose="02000003000000020004" pitchFamily="2" charset="-127"/>
                <a:ea typeface="Pretendard Variable SemiBold" panose="02000003000000020004" pitchFamily="2" charset="-127"/>
                <a:cs typeface="Pretendard Variable SemiBold" panose="02000003000000020004" pitchFamily="2" charset="-127"/>
              </a:rPr>
              <a:t>1</a:t>
            </a:r>
            <a:endParaRPr lang="ko-KR" altLang="en-US" sz="1600" dirty="0">
              <a:solidFill>
                <a:srgbClr val="4D5F8F"/>
              </a:solidFill>
              <a:effectLst/>
              <a:latin typeface="Pretendard Variable SemiBold" panose="02000003000000020004" pitchFamily="2" charset="-127"/>
              <a:ea typeface="Pretendard Variable SemiBold" panose="02000003000000020004" pitchFamily="2" charset="-127"/>
              <a:cs typeface="Pretendard Variable SemiBold" panose="02000003000000020004" pitchFamily="2" charset="-127"/>
            </a:endParaRPr>
          </a:p>
        </p:txBody>
      </p:sp>
      <p:graphicFrame>
        <p:nvGraphicFramePr>
          <p:cNvPr id="4" name="표 3">
            <a:extLst>
              <a:ext uri="{FF2B5EF4-FFF2-40B4-BE49-F238E27FC236}">
                <a16:creationId xmlns:a16="http://schemas.microsoft.com/office/drawing/2014/main" id="{EB2C373E-B405-A750-4CE1-D92759AB9EC2}"/>
              </a:ext>
            </a:extLst>
          </p:cNvPr>
          <p:cNvGraphicFramePr>
            <a:graphicFrameLocks noGrp="1"/>
          </p:cNvGraphicFramePr>
          <p:nvPr/>
        </p:nvGraphicFramePr>
        <p:xfrm>
          <a:off x="8463343" y="1508493"/>
          <a:ext cx="3464569" cy="4230155"/>
        </p:xfrm>
        <a:graphic>
          <a:graphicData uri="http://schemas.openxmlformats.org/drawingml/2006/table">
            <a:tbl>
              <a:tblPr>
                <a:solidFill>
                  <a:srgbClr val="D9E2F0"/>
                </a:solidFill>
                <a:tableStyleId>{073A0DAA-6AF3-43AB-8588-CEC1D06C72B9}</a:tableStyleId>
              </a:tblPr>
              <a:tblGrid>
                <a:gridCol w="640007">
                  <a:extLst>
                    <a:ext uri="{9D8B030D-6E8A-4147-A177-3AD203B41FA5}">
                      <a16:colId xmlns:a16="http://schemas.microsoft.com/office/drawing/2014/main" val="3609243270"/>
                    </a:ext>
                  </a:extLst>
                </a:gridCol>
                <a:gridCol w="2824562">
                  <a:extLst>
                    <a:ext uri="{9D8B030D-6E8A-4147-A177-3AD203B41FA5}">
                      <a16:colId xmlns:a16="http://schemas.microsoft.com/office/drawing/2014/main" val="3085350586"/>
                    </a:ext>
                  </a:extLst>
                </a:gridCol>
              </a:tblGrid>
              <a:tr h="233465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kern="1200" dirty="0">
                          <a:ln>
                            <a:solidFill>
                              <a:srgbClr val="4472C4">
                                <a:alpha val="0"/>
                              </a:srgbClr>
                            </a:solidFill>
                          </a:ln>
                          <a:solidFill>
                            <a:srgbClr val="202946"/>
                          </a:solidFill>
                          <a:latin typeface="Pretendard Variable SemiBold" panose="02000003000000020004" pitchFamily="2" charset="-127"/>
                          <a:ea typeface="Pretendard Variable SemiBold" panose="02000003000000020004" pitchFamily="2" charset="-127"/>
                          <a:cs typeface="Pretendard Variable SemiBold" panose="02000003000000020004" pitchFamily="2" charset="-127"/>
                        </a:rPr>
                        <a:t>구분</a:t>
                      </a:r>
                    </a:p>
                  </a:txBody>
                  <a:tcPr marL="4265" marR="4265" marT="4265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kern="1200" dirty="0">
                          <a:ln>
                            <a:solidFill>
                              <a:srgbClr val="4472C4">
                                <a:alpha val="0"/>
                              </a:srgbClr>
                            </a:solidFill>
                          </a:ln>
                          <a:solidFill>
                            <a:srgbClr val="202946"/>
                          </a:solidFill>
                          <a:latin typeface="Pretendard Variable SemiBold" panose="02000003000000020004" pitchFamily="2" charset="-127"/>
                          <a:ea typeface="Pretendard Variable SemiBold" panose="02000003000000020004" pitchFamily="2" charset="-127"/>
                          <a:cs typeface="Pretendard Variable SemiBold" panose="02000003000000020004" pitchFamily="2" charset="-127"/>
                        </a:rPr>
                        <a:t>내용</a:t>
                      </a:r>
                    </a:p>
                  </a:txBody>
                  <a:tcPr marL="4265" marR="4265" marT="426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213331099"/>
                  </a:ext>
                </a:extLst>
              </a:tr>
              <a:tr h="1998345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altLang="ko-KR" sz="1000" b="1" i="0" kern="1200" dirty="0">
                          <a:ln>
                            <a:solidFill>
                              <a:srgbClr val="4472C4">
                                <a:alpha val="0"/>
                              </a:srgbClr>
                            </a:solidFill>
                          </a:ln>
                          <a:solidFill>
                            <a:srgbClr val="202946"/>
                          </a:solidFill>
                          <a:latin typeface="Pretendard Variable SemiBold" panose="02000003000000020004" pitchFamily="2" charset="-127"/>
                          <a:ea typeface="Pretendard Variable SemiBold" panose="02000003000000020004" pitchFamily="2" charset="-127"/>
                          <a:cs typeface="Pretendard Variable SemiBold" panose="02000003000000020004" pitchFamily="2" charset="-127"/>
                        </a:rPr>
                        <a:t>1</a:t>
                      </a:r>
                      <a:endParaRPr lang="ko-KR" altLang="en-US" sz="1000" b="1" i="0" kern="1200" dirty="0">
                        <a:ln>
                          <a:solidFill>
                            <a:srgbClr val="4472C4">
                              <a:alpha val="0"/>
                            </a:srgbClr>
                          </a:solidFill>
                        </a:ln>
                        <a:solidFill>
                          <a:srgbClr val="202946"/>
                        </a:solidFill>
                        <a:latin typeface="Pretendard Variable SemiBold" panose="02000003000000020004" pitchFamily="2" charset="-127"/>
                        <a:ea typeface="Pretendard Variable SemiBold" panose="02000003000000020004" pitchFamily="2" charset="-127"/>
                        <a:cs typeface="Pretendard Variable SemiBold" panose="02000003000000020004" pitchFamily="2" charset="-127"/>
                      </a:endParaRPr>
                    </a:p>
                  </a:txBody>
                  <a:tcPr marL="4265" marR="4265" marT="4265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1" i="0" kern="1200" dirty="0">
                          <a:ln>
                            <a:solidFill>
                              <a:srgbClr val="4472C4">
                                <a:alpha val="0"/>
                              </a:srgbClr>
                            </a:solidFill>
                          </a:ln>
                          <a:solidFill>
                            <a:srgbClr val="202946"/>
                          </a:solidFill>
                          <a:latin typeface="Pretendard Variable SemiBold" panose="02000003000000020004" pitchFamily="2" charset="-127"/>
                          <a:ea typeface="Pretendard Variable SemiBold" panose="02000003000000020004" pitchFamily="2" charset="-127"/>
                          <a:cs typeface="Pretendard Variable SemiBold" panose="02000003000000020004" pitchFamily="2" charset="-127"/>
                        </a:rPr>
                        <a:t> 근력운동 일수 선택</a:t>
                      </a:r>
                    </a:p>
                  </a:txBody>
                  <a:tcPr marL="4265" marR="4265" marT="426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765427849"/>
                  </a:ext>
                </a:extLst>
              </a:tr>
              <a:tr h="1998345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altLang="ko-KR" sz="1000" b="1" i="0" kern="1200" dirty="0">
                          <a:ln>
                            <a:solidFill>
                              <a:srgbClr val="4472C4">
                                <a:alpha val="0"/>
                              </a:srgbClr>
                            </a:solidFill>
                          </a:ln>
                          <a:solidFill>
                            <a:srgbClr val="202946"/>
                          </a:solidFill>
                          <a:latin typeface="Pretendard Variable SemiBold" panose="02000003000000020004" pitchFamily="2" charset="-127"/>
                          <a:ea typeface="Pretendard Variable SemiBold" panose="02000003000000020004" pitchFamily="2" charset="-127"/>
                          <a:cs typeface="Pretendard Variable SemiBold" panose="02000003000000020004" pitchFamily="2" charset="-127"/>
                        </a:rPr>
                        <a:t>2</a:t>
                      </a:r>
                      <a:endParaRPr lang="en-US" sz="1000" b="1" i="0" kern="1200" dirty="0">
                        <a:ln>
                          <a:solidFill>
                            <a:srgbClr val="4472C4">
                              <a:alpha val="0"/>
                            </a:srgbClr>
                          </a:solidFill>
                        </a:ln>
                        <a:solidFill>
                          <a:srgbClr val="202946"/>
                        </a:solidFill>
                        <a:latin typeface="Pretendard Variable SemiBold" panose="02000003000000020004" pitchFamily="2" charset="-127"/>
                        <a:ea typeface="Pretendard Variable SemiBold" panose="02000003000000020004" pitchFamily="2" charset="-127"/>
                        <a:cs typeface="Pretendard Variable SemiBold" panose="02000003000000020004" pitchFamily="2" charset="-127"/>
                      </a:endParaRPr>
                    </a:p>
                  </a:txBody>
                  <a:tcPr marL="4265" marR="4265" marT="4265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1" i="0" kern="1200" dirty="0">
                          <a:ln>
                            <a:solidFill>
                              <a:srgbClr val="4472C4">
                                <a:alpha val="0"/>
                              </a:srgbClr>
                            </a:solidFill>
                          </a:ln>
                          <a:solidFill>
                            <a:srgbClr val="202946"/>
                          </a:solidFill>
                          <a:latin typeface="Pretendard Variable SemiBold" panose="02000003000000020004" pitchFamily="2" charset="-127"/>
                          <a:ea typeface="Pretendard Variable SemiBold" panose="02000003000000020004" pitchFamily="2" charset="-127"/>
                          <a:cs typeface="Pretendard Variable SemiBold" panose="02000003000000020004" pitchFamily="2" charset="-127"/>
                        </a:rPr>
                        <a:t> 유산소 신체활동 실천 여부 선택</a:t>
                      </a:r>
                    </a:p>
                  </a:txBody>
                  <a:tcPr marL="4265" marR="4265" marT="426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920587223"/>
                  </a:ext>
                </a:extLst>
              </a:tr>
            </a:tbl>
          </a:graphicData>
        </a:graphic>
      </p:graphicFrame>
      <p:pic>
        <p:nvPicPr>
          <p:cNvPr id="2" name="그림 1">
            <a:extLst>
              <a:ext uri="{FF2B5EF4-FFF2-40B4-BE49-F238E27FC236}">
                <a16:creationId xmlns:a16="http://schemas.microsoft.com/office/drawing/2014/main" id="{F77A933A-B154-7B8C-529F-FA893464DBE3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45471" y="1455122"/>
            <a:ext cx="7772400" cy="4283525"/>
          </a:xfrm>
          <a:prstGeom prst="rect">
            <a:avLst/>
          </a:prstGeom>
        </p:spPr>
      </p:pic>
      <p:sp>
        <p:nvSpPr>
          <p:cNvPr id="6" name="타원 5">
            <a:extLst>
              <a:ext uri="{FF2B5EF4-FFF2-40B4-BE49-F238E27FC236}">
                <a16:creationId xmlns:a16="http://schemas.microsoft.com/office/drawing/2014/main" id="{0F5635F6-76B8-C38A-0539-651E16EDFE26}"/>
              </a:ext>
            </a:extLst>
          </p:cNvPr>
          <p:cNvSpPr/>
          <p:nvPr/>
        </p:nvSpPr>
        <p:spPr>
          <a:xfrm>
            <a:off x="80984" y="3056619"/>
            <a:ext cx="322673" cy="322673"/>
          </a:xfrm>
          <a:prstGeom prst="ellipse">
            <a:avLst/>
          </a:prstGeom>
          <a:solidFill>
            <a:srgbClr val="FFC0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b="1" dirty="0">
                <a:solidFill>
                  <a:schemeClr val="bg1"/>
                </a:solidFill>
                <a:latin typeface="Pretendard Variable Black" panose="02000003000000020004" pitchFamily="2" charset="-127"/>
                <a:ea typeface="Pretendard Variable Black" panose="02000003000000020004" pitchFamily="2" charset="-127"/>
                <a:cs typeface="Pretendard Variable Black" panose="02000003000000020004" pitchFamily="2" charset="-127"/>
              </a:rPr>
              <a:t>1</a:t>
            </a:r>
            <a:endParaRPr lang="ko-KR" altLang="en-US" b="1" dirty="0">
              <a:solidFill>
                <a:schemeClr val="bg1"/>
              </a:solidFill>
              <a:latin typeface="Pretendard Variable Black" panose="02000003000000020004" pitchFamily="2" charset="-127"/>
              <a:ea typeface="Pretendard Variable Black" panose="02000003000000020004" pitchFamily="2" charset="-127"/>
              <a:cs typeface="Pretendard Variable Black" panose="02000003000000020004" pitchFamily="2" charset="-127"/>
            </a:endParaRPr>
          </a:p>
        </p:txBody>
      </p:sp>
      <p:sp>
        <p:nvSpPr>
          <p:cNvPr id="7" name="타원 6">
            <a:extLst>
              <a:ext uri="{FF2B5EF4-FFF2-40B4-BE49-F238E27FC236}">
                <a16:creationId xmlns:a16="http://schemas.microsoft.com/office/drawing/2014/main" id="{3EEC1F05-3692-9964-A94E-6F16E1B618DF}"/>
              </a:ext>
            </a:extLst>
          </p:cNvPr>
          <p:cNvSpPr/>
          <p:nvPr/>
        </p:nvSpPr>
        <p:spPr>
          <a:xfrm>
            <a:off x="80984" y="4376659"/>
            <a:ext cx="322673" cy="322673"/>
          </a:xfrm>
          <a:prstGeom prst="ellipse">
            <a:avLst/>
          </a:prstGeom>
          <a:solidFill>
            <a:srgbClr val="FFC0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b="1" dirty="0">
                <a:solidFill>
                  <a:schemeClr val="bg1"/>
                </a:solidFill>
                <a:latin typeface="Pretendard Variable Black" panose="02000003000000020004" pitchFamily="2" charset="-127"/>
                <a:ea typeface="Pretendard Variable Black" panose="02000003000000020004" pitchFamily="2" charset="-127"/>
                <a:cs typeface="Pretendard Variable Black" panose="02000003000000020004" pitchFamily="2" charset="-127"/>
              </a:rPr>
              <a:t>2</a:t>
            </a:r>
            <a:endParaRPr lang="ko-KR" altLang="en-US" b="1" dirty="0">
              <a:solidFill>
                <a:schemeClr val="bg1"/>
              </a:solidFill>
              <a:latin typeface="Pretendard Variable Black" panose="02000003000000020004" pitchFamily="2" charset="-127"/>
              <a:ea typeface="Pretendard Variable Black" panose="02000003000000020004" pitchFamily="2" charset="-127"/>
              <a:cs typeface="Pretendard Variable Black" panose="02000003000000020004" pitchFamily="2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3910512977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A7C012B-F5A2-E930-52AB-EB814A97A96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그림 4">
            <a:extLst>
              <a:ext uri="{FF2B5EF4-FFF2-40B4-BE49-F238E27FC236}">
                <a16:creationId xmlns:a16="http://schemas.microsoft.com/office/drawing/2014/main" id="{3D144D33-49BB-4447-F9C2-6C392563A5C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-1" y="0"/>
            <a:ext cx="12192001" cy="6861745"/>
          </a:xfrm>
          <a:prstGeom prst="rect">
            <a:avLst/>
          </a:prstGeom>
        </p:spPr>
      </p:pic>
      <p:sp>
        <p:nvSpPr>
          <p:cNvPr id="10" name="모서리가 둥근 직사각형 9">
            <a:extLst>
              <a:ext uri="{FF2B5EF4-FFF2-40B4-BE49-F238E27FC236}">
                <a16:creationId xmlns:a16="http://schemas.microsoft.com/office/drawing/2014/main" id="{31249CD9-06CB-4D55-766B-B913B1593D61}"/>
              </a:ext>
            </a:extLst>
          </p:cNvPr>
          <p:cNvSpPr/>
          <p:nvPr/>
        </p:nvSpPr>
        <p:spPr>
          <a:xfrm flipH="1">
            <a:off x="375874" y="407856"/>
            <a:ext cx="45719" cy="641829"/>
          </a:xfrm>
          <a:prstGeom prst="roundRect">
            <a:avLst/>
          </a:prstGeom>
          <a:solidFill>
            <a:srgbClr val="20307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ko-KR" altLang="en-US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4FDD3ADE-925C-26E6-307A-D1B8AA01BAEE}"/>
              </a:ext>
            </a:extLst>
          </p:cNvPr>
          <p:cNvSpPr txBox="1"/>
          <p:nvPr/>
        </p:nvSpPr>
        <p:spPr>
          <a:xfrm>
            <a:off x="519779" y="358229"/>
            <a:ext cx="9823121" cy="73866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2600" b="1" dirty="0">
                <a:solidFill>
                  <a:srgbClr val="202946"/>
                </a:solidFill>
                <a:effectLst/>
                <a:latin typeface="Pretendard Variable ExtraBold" panose="02000003000000020004" pitchFamily="2" charset="-127"/>
                <a:ea typeface="Pretendard Variable ExtraBold" panose="02000003000000020004" pitchFamily="2" charset="-127"/>
                <a:cs typeface="Pretendard Variable ExtraBold" panose="02000003000000020004" pitchFamily="2" charset="-127"/>
              </a:rPr>
              <a:t>화면 설계서</a:t>
            </a:r>
            <a:endParaRPr lang="en-US" altLang="ko-KR" sz="2600" b="1" dirty="0">
              <a:solidFill>
                <a:srgbClr val="202946"/>
              </a:solidFill>
              <a:effectLst/>
              <a:latin typeface="Pretendard Variable ExtraBold" panose="02000003000000020004" pitchFamily="2" charset="-127"/>
              <a:ea typeface="Pretendard Variable ExtraBold" panose="02000003000000020004" pitchFamily="2" charset="-127"/>
              <a:cs typeface="Pretendard Variable ExtraBold" panose="02000003000000020004" pitchFamily="2" charset="-127"/>
            </a:endParaRPr>
          </a:p>
          <a:p>
            <a:r>
              <a:rPr lang="ko-KR" altLang="en-US" sz="1600" dirty="0">
                <a:solidFill>
                  <a:srgbClr val="4D5F8F"/>
                </a:solidFill>
                <a:latin typeface="Pretendard Variable SemiBold" panose="02000003000000020004" pitchFamily="2" charset="-127"/>
                <a:ea typeface="Pretendard Variable SemiBold" panose="02000003000000020004" pitchFamily="2" charset="-127"/>
                <a:cs typeface="Pretendard Variable SemiBold" panose="02000003000000020004" pitchFamily="2" charset="-127"/>
              </a:rPr>
              <a:t>평소 생활 습관</a:t>
            </a:r>
            <a:r>
              <a:rPr lang="ko-KR" altLang="en-US" sz="1600" dirty="0">
                <a:solidFill>
                  <a:srgbClr val="4D5F8F"/>
                </a:solidFill>
                <a:effectLst/>
                <a:latin typeface="Pretendard Variable SemiBold" panose="02000003000000020004" pitchFamily="2" charset="-127"/>
                <a:ea typeface="Pretendard Variable SemiBold" panose="02000003000000020004" pitchFamily="2" charset="-127"/>
                <a:cs typeface="Pretendard Variable SemiBold" panose="02000003000000020004" pitchFamily="2" charset="-127"/>
              </a:rPr>
              <a:t> 입력 화면 </a:t>
            </a:r>
            <a:r>
              <a:rPr lang="en-US" altLang="ko-KR" sz="1600" dirty="0">
                <a:solidFill>
                  <a:srgbClr val="4D5F8F"/>
                </a:solidFill>
                <a:effectLst/>
                <a:latin typeface="Pretendard Variable SemiBold" panose="02000003000000020004" pitchFamily="2" charset="-127"/>
                <a:ea typeface="Pretendard Variable SemiBold" panose="02000003000000020004" pitchFamily="2" charset="-127"/>
                <a:cs typeface="Pretendard Variable SemiBold" panose="02000003000000020004" pitchFamily="2" charset="-127"/>
              </a:rPr>
              <a:t>-</a:t>
            </a:r>
            <a:r>
              <a:rPr lang="ko-KR" altLang="en-US" sz="1600" dirty="0">
                <a:solidFill>
                  <a:srgbClr val="4D5F8F"/>
                </a:solidFill>
                <a:effectLst/>
                <a:latin typeface="Pretendard Variable SemiBold" panose="02000003000000020004" pitchFamily="2" charset="-127"/>
                <a:ea typeface="Pretendard Variable SemiBold" panose="02000003000000020004" pitchFamily="2" charset="-127"/>
                <a:cs typeface="Pretendard Variable SemiBold" panose="02000003000000020004" pitchFamily="2" charset="-127"/>
              </a:rPr>
              <a:t> </a:t>
            </a:r>
            <a:r>
              <a:rPr lang="en-US" altLang="ko-KR" sz="1600" dirty="0">
                <a:solidFill>
                  <a:srgbClr val="4D5F8F"/>
                </a:solidFill>
                <a:effectLst/>
                <a:latin typeface="Pretendard Variable SemiBold" panose="02000003000000020004" pitchFamily="2" charset="-127"/>
                <a:ea typeface="Pretendard Variable SemiBold" panose="02000003000000020004" pitchFamily="2" charset="-127"/>
                <a:cs typeface="Pretendard Variable SemiBold" panose="02000003000000020004" pitchFamily="2" charset="-127"/>
              </a:rPr>
              <a:t>2</a:t>
            </a:r>
            <a:endParaRPr lang="ko-KR" altLang="en-US" sz="1600" dirty="0">
              <a:solidFill>
                <a:srgbClr val="4D5F8F"/>
              </a:solidFill>
              <a:effectLst/>
              <a:latin typeface="Pretendard Variable SemiBold" panose="02000003000000020004" pitchFamily="2" charset="-127"/>
              <a:ea typeface="Pretendard Variable SemiBold" panose="02000003000000020004" pitchFamily="2" charset="-127"/>
              <a:cs typeface="Pretendard Variable SemiBold" panose="02000003000000020004" pitchFamily="2" charset="-127"/>
            </a:endParaRPr>
          </a:p>
        </p:txBody>
      </p:sp>
      <p:graphicFrame>
        <p:nvGraphicFramePr>
          <p:cNvPr id="4" name="표 3">
            <a:extLst>
              <a:ext uri="{FF2B5EF4-FFF2-40B4-BE49-F238E27FC236}">
                <a16:creationId xmlns:a16="http://schemas.microsoft.com/office/drawing/2014/main" id="{873E883E-987C-D411-4CB7-CC0F5CCE67E4}"/>
              </a:ext>
            </a:extLst>
          </p:cNvPr>
          <p:cNvGraphicFramePr>
            <a:graphicFrameLocks noGrp="1"/>
          </p:cNvGraphicFramePr>
          <p:nvPr/>
        </p:nvGraphicFramePr>
        <p:xfrm>
          <a:off x="8463343" y="1508491"/>
          <a:ext cx="3464569" cy="4228716"/>
        </p:xfrm>
        <a:graphic>
          <a:graphicData uri="http://schemas.openxmlformats.org/drawingml/2006/table">
            <a:tbl>
              <a:tblPr>
                <a:solidFill>
                  <a:srgbClr val="D9E2F0"/>
                </a:solidFill>
                <a:tableStyleId>{073A0DAA-6AF3-43AB-8588-CEC1D06C72B9}</a:tableStyleId>
              </a:tblPr>
              <a:tblGrid>
                <a:gridCol w="640007">
                  <a:extLst>
                    <a:ext uri="{9D8B030D-6E8A-4147-A177-3AD203B41FA5}">
                      <a16:colId xmlns:a16="http://schemas.microsoft.com/office/drawing/2014/main" val="3609243270"/>
                    </a:ext>
                  </a:extLst>
                </a:gridCol>
                <a:gridCol w="2824562">
                  <a:extLst>
                    <a:ext uri="{9D8B030D-6E8A-4147-A177-3AD203B41FA5}">
                      <a16:colId xmlns:a16="http://schemas.microsoft.com/office/drawing/2014/main" val="3085350586"/>
                    </a:ext>
                  </a:extLst>
                </a:gridCol>
              </a:tblGrid>
              <a:tr h="23279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kern="1200" dirty="0">
                          <a:ln>
                            <a:solidFill>
                              <a:srgbClr val="4472C4">
                                <a:alpha val="0"/>
                              </a:srgbClr>
                            </a:solidFill>
                          </a:ln>
                          <a:solidFill>
                            <a:srgbClr val="202946"/>
                          </a:solidFill>
                          <a:latin typeface="Pretendard Variable SemiBold" panose="02000003000000020004" pitchFamily="2" charset="-127"/>
                          <a:ea typeface="Pretendard Variable SemiBold" panose="02000003000000020004" pitchFamily="2" charset="-127"/>
                          <a:cs typeface="Pretendard Variable SemiBold" panose="02000003000000020004" pitchFamily="2" charset="-127"/>
                        </a:rPr>
                        <a:t>구분</a:t>
                      </a:r>
                    </a:p>
                  </a:txBody>
                  <a:tcPr marL="4265" marR="4265" marT="4265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kern="1200" dirty="0">
                          <a:ln>
                            <a:solidFill>
                              <a:srgbClr val="4472C4">
                                <a:alpha val="0"/>
                              </a:srgbClr>
                            </a:solidFill>
                          </a:ln>
                          <a:solidFill>
                            <a:srgbClr val="202946"/>
                          </a:solidFill>
                          <a:latin typeface="Pretendard Variable SemiBold" panose="02000003000000020004" pitchFamily="2" charset="-127"/>
                          <a:ea typeface="Pretendard Variable SemiBold" panose="02000003000000020004" pitchFamily="2" charset="-127"/>
                          <a:cs typeface="Pretendard Variable SemiBold" panose="02000003000000020004" pitchFamily="2" charset="-127"/>
                        </a:rPr>
                        <a:t>내용</a:t>
                      </a:r>
                    </a:p>
                  </a:txBody>
                  <a:tcPr marL="4265" marR="4265" marT="426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213331099"/>
                  </a:ext>
                </a:extLst>
              </a:tr>
              <a:tr h="1997963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altLang="ko-KR" sz="1000" b="1" i="0" kern="1200" dirty="0">
                          <a:ln>
                            <a:solidFill>
                              <a:srgbClr val="4472C4">
                                <a:alpha val="0"/>
                              </a:srgbClr>
                            </a:solidFill>
                          </a:ln>
                          <a:solidFill>
                            <a:srgbClr val="202946"/>
                          </a:solidFill>
                          <a:latin typeface="Pretendard Variable SemiBold" panose="02000003000000020004" pitchFamily="2" charset="-127"/>
                          <a:ea typeface="Pretendard Variable SemiBold" panose="02000003000000020004" pitchFamily="2" charset="-127"/>
                          <a:cs typeface="Pretendard Variable SemiBold" panose="02000003000000020004" pitchFamily="2" charset="-127"/>
                        </a:rPr>
                        <a:t>3</a:t>
                      </a:r>
                      <a:endParaRPr lang="ko-KR" altLang="en-US" sz="1000" b="1" i="0" kern="1200" dirty="0">
                        <a:ln>
                          <a:solidFill>
                            <a:srgbClr val="4472C4">
                              <a:alpha val="0"/>
                            </a:srgbClr>
                          </a:solidFill>
                        </a:ln>
                        <a:solidFill>
                          <a:srgbClr val="202946"/>
                        </a:solidFill>
                        <a:latin typeface="Pretendard Variable SemiBold" panose="02000003000000020004" pitchFamily="2" charset="-127"/>
                        <a:ea typeface="Pretendard Variable SemiBold" panose="02000003000000020004" pitchFamily="2" charset="-127"/>
                        <a:cs typeface="Pretendard Variable SemiBold" panose="02000003000000020004" pitchFamily="2" charset="-127"/>
                      </a:endParaRPr>
                    </a:p>
                  </a:txBody>
                  <a:tcPr marL="4265" marR="4265" marT="4265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1" i="0" kern="1200" dirty="0">
                          <a:ln>
                            <a:solidFill>
                              <a:srgbClr val="4472C4">
                                <a:alpha val="0"/>
                              </a:srgbClr>
                            </a:solidFill>
                          </a:ln>
                          <a:solidFill>
                            <a:srgbClr val="202946"/>
                          </a:solidFill>
                          <a:latin typeface="Pretendard Variable SemiBold" panose="02000003000000020004" pitchFamily="2" charset="-127"/>
                          <a:ea typeface="Pretendard Variable SemiBold" panose="02000003000000020004" pitchFamily="2" charset="-127"/>
                          <a:cs typeface="Pretendard Variable SemiBold" panose="02000003000000020004" pitchFamily="2" charset="-127"/>
                        </a:rPr>
                        <a:t> 흡연 정보</a:t>
                      </a:r>
                      <a:endParaRPr lang="en-US" altLang="ko-KR" sz="1000" b="1" i="0" kern="1200" dirty="0">
                        <a:ln>
                          <a:solidFill>
                            <a:srgbClr val="4472C4">
                              <a:alpha val="0"/>
                            </a:srgbClr>
                          </a:solidFill>
                        </a:ln>
                        <a:solidFill>
                          <a:srgbClr val="202946"/>
                        </a:solidFill>
                        <a:latin typeface="Pretendard Variable SemiBold" panose="02000003000000020004" pitchFamily="2" charset="-127"/>
                        <a:ea typeface="Pretendard Variable SemiBold" panose="02000003000000020004" pitchFamily="2" charset="-127"/>
                        <a:cs typeface="Pretendard Variable SemiBold" panose="02000003000000020004" pitchFamily="2" charset="-127"/>
                      </a:endParaRPr>
                    </a:p>
                    <a:p>
                      <a:pPr algn="l" fontAlgn="ctr">
                        <a:buNone/>
                      </a:pPr>
                      <a:r>
                        <a:rPr lang="ko-KR" altLang="en-US" sz="1000" b="1" i="0" kern="1200" dirty="0">
                          <a:ln>
                            <a:solidFill>
                              <a:srgbClr val="4472C4">
                                <a:alpha val="0"/>
                              </a:srgbClr>
                            </a:solidFill>
                          </a:ln>
                          <a:solidFill>
                            <a:srgbClr val="202946"/>
                          </a:solidFill>
                          <a:latin typeface="Pretendard Variable SemiBold" panose="02000003000000020004" pitchFamily="2" charset="-127"/>
                          <a:ea typeface="Pretendard Variable SemiBold" panose="02000003000000020004" pitchFamily="2" charset="-127"/>
                          <a:cs typeface="Pretendard Variable SemiBold" panose="02000003000000020004" pitchFamily="2" charset="-127"/>
                        </a:rPr>
                        <a:t> </a:t>
                      </a:r>
                      <a:r>
                        <a:rPr lang="en-US" altLang="ko-KR" sz="1000" b="1" i="0" kern="1200" dirty="0">
                          <a:ln>
                            <a:solidFill>
                              <a:srgbClr val="4472C4">
                                <a:alpha val="0"/>
                              </a:srgbClr>
                            </a:solidFill>
                          </a:ln>
                          <a:solidFill>
                            <a:srgbClr val="202946"/>
                          </a:solidFill>
                          <a:latin typeface="Pretendard Variable SemiBold" panose="02000003000000020004" pitchFamily="2" charset="-127"/>
                          <a:ea typeface="Pretendard Variable SemiBold" panose="02000003000000020004" pitchFamily="2" charset="-127"/>
                          <a:cs typeface="Pretendard Variable SemiBold" panose="02000003000000020004" pitchFamily="2" charset="-127"/>
                        </a:rPr>
                        <a:t>-</a:t>
                      </a:r>
                      <a:r>
                        <a:rPr lang="ko-KR" altLang="en-US" sz="1000" b="1" i="0" kern="1200" dirty="0">
                          <a:ln>
                            <a:solidFill>
                              <a:srgbClr val="4472C4">
                                <a:alpha val="0"/>
                              </a:srgbClr>
                            </a:solidFill>
                          </a:ln>
                          <a:solidFill>
                            <a:srgbClr val="202946"/>
                          </a:solidFill>
                          <a:latin typeface="Pretendard Variable SemiBold" panose="02000003000000020004" pitchFamily="2" charset="-127"/>
                          <a:ea typeface="Pretendard Variable SemiBold" panose="02000003000000020004" pitchFamily="2" charset="-127"/>
                          <a:cs typeface="Pretendard Variable SemiBold" panose="02000003000000020004" pitchFamily="2" charset="-127"/>
                        </a:rPr>
                        <a:t> </a:t>
                      </a:r>
                      <a:r>
                        <a:rPr lang="en-US" altLang="ko-KR" sz="1000" b="1" i="0" kern="1200" dirty="0">
                          <a:ln>
                            <a:solidFill>
                              <a:srgbClr val="4472C4">
                                <a:alpha val="0"/>
                              </a:srgbClr>
                            </a:solidFill>
                          </a:ln>
                          <a:solidFill>
                            <a:srgbClr val="202946"/>
                          </a:solidFill>
                          <a:latin typeface="Pretendard Variable SemiBold" panose="02000003000000020004" pitchFamily="2" charset="-127"/>
                          <a:ea typeface="Pretendard Variable SemiBold" panose="02000003000000020004" pitchFamily="2" charset="-127"/>
                          <a:cs typeface="Pretendard Variable SemiBold" panose="02000003000000020004" pitchFamily="2" charset="-127"/>
                        </a:rPr>
                        <a:t>3-1</a:t>
                      </a:r>
                      <a:r>
                        <a:rPr lang="ko-KR" altLang="en-US" sz="1000" b="1" i="0" kern="1200" dirty="0">
                          <a:ln>
                            <a:solidFill>
                              <a:srgbClr val="4472C4">
                                <a:alpha val="0"/>
                              </a:srgbClr>
                            </a:solidFill>
                          </a:ln>
                          <a:solidFill>
                            <a:srgbClr val="202946"/>
                          </a:solidFill>
                          <a:latin typeface="Pretendard Variable SemiBold" panose="02000003000000020004" pitchFamily="2" charset="-127"/>
                          <a:ea typeface="Pretendard Variable SemiBold" panose="02000003000000020004" pitchFamily="2" charset="-127"/>
                          <a:cs typeface="Pretendard Variable SemiBold" panose="02000003000000020004" pitchFamily="2" charset="-127"/>
                        </a:rPr>
                        <a:t> 예 </a:t>
                      </a:r>
                      <a:r>
                        <a:rPr lang="ko-KR" altLang="en-US" sz="1000" b="1" i="0" kern="1200" dirty="0" err="1">
                          <a:ln>
                            <a:solidFill>
                              <a:srgbClr val="4472C4">
                                <a:alpha val="0"/>
                              </a:srgbClr>
                            </a:solidFill>
                          </a:ln>
                          <a:solidFill>
                            <a:srgbClr val="202946"/>
                          </a:solidFill>
                          <a:latin typeface="Pretendard Variable SemiBold" panose="02000003000000020004" pitchFamily="2" charset="-127"/>
                          <a:ea typeface="Pretendard Variable SemiBold" panose="02000003000000020004" pitchFamily="2" charset="-127"/>
                          <a:cs typeface="Pretendard Variable SemiBold" panose="02000003000000020004" pitchFamily="2" charset="-127"/>
                        </a:rPr>
                        <a:t>클릭시</a:t>
                      </a:r>
                      <a:r>
                        <a:rPr lang="ko-KR" altLang="en-US" sz="1000" b="1" i="0" kern="1200" dirty="0">
                          <a:ln>
                            <a:solidFill>
                              <a:srgbClr val="4472C4">
                                <a:alpha val="0"/>
                              </a:srgbClr>
                            </a:solidFill>
                          </a:ln>
                          <a:solidFill>
                            <a:srgbClr val="202946"/>
                          </a:solidFill>
                          <a:latin typeface="Pretendard Variable SemiBold" panose="02000003000000020004" pitchFamily="2" charset="-127"/>
                          <a:ea typeface="Pretendard Variable SemiBold" panose="02000003000000020004" pitchFamily="2" charset="-127"/>
                          <a:cs typeface="Pretendard Variable SemiBold" panose="02000003000000020004" pitchFamily="2" charset="-127"/>
                        </a:rPr>
                        <a:t> </a:t>
                      </a:r>
                      <a:r>
                        <a:rPr lang="en-US" altLang="ko-KR" sz="1000" b="1" i="0" kern="1200" dirty="0">
                          <a:ln>
                            <a:solidFill>
                              <a:srgbClr val="4472C4">
                                <a:alpha val="0"/>
                              </a:srgbClr>
                            </a:solidFill>
                          </a:ln>
                          <a:solidFill>
                            <a:srgbClr val="202946"/>
                          </a:solidFill>
                          <a:latin typeface="Pretendard Variable SemiBold" panose="02000003000000020004" pitchFamily="2" charset="-127"/>
                          <a:ea typeface="Pretendard Variable SemiBold" panose="02000003000000020004" pitchFamily="2" charset="-127"/>
                          <a:cs typeface="Pretendard Variable SemiBold" panose="02000003000000020004" pitchFamily="2" charset="-127"/>
                        </a:rPr>
                        <a:t>“</a:t>
                      </a:r>
                      <a:r>
                        <a:rPr lang="ko-KR" altLang="en-US" sz="1000" b="1" i="0" kern="1200" dirty="0">
                          <a:ln>
                            <a:solidFill>
                              <a:srgbClr val="4472C4">
                                <a:alpha val="0"/>
                              </a:srgbClr>
                            </a:solidFill>
                          </a:ln>
                          <a:solidFill>
                            <a:srgbClr val="202946"/>
                          </a:solidFill>
                          <a:latin typeface="Pretendard Variable SemiBold" panose="02000003000000020004" pitchFamily="2" charset="-127"/>
                          <a:ea typeface="Pretendard Variable SemiBold" panose="02000003000000020004" pitchFamily="2" charset="-127"/>
                          <a:cs typeface="Pretendard Variable SemiBold" panose="02000003000000020004" pitchFamily="2" charset="-127"/>
                        </a:rPr>
                        <a:t>현재 </a:t>
                      </a:r>
                      <a:r>
                        <a:rPr lang="ko-KR" altLang="en-US" sz="1000" b="1" i="0" kern="1200" dirty="0" err="1">
                          <a:ln>
                            <a:solidFill>
                              <a:srgbClr val="4472C4">
                                <a:alpha val="0"/>
                              </a:srgbClr>
                            </a:solidFill>
                          </a:ln>
                          <a:solidFill>
                            <a:srgbClr val="202946"/>
                          </a:solidFill>
                          <a:latin typeface="Pretendard Variable SemiBold" panose="02000003000000020004" pitchFamily="2" charset="-127"/>
                          <a:ea typeface="Pretendard Variable SemiBold" panose="02000003000000020004" pitchFamily="2" charset="-127"/>
                          <a:cs typeface="Pretendard Variable SemiBold" panose="02000003000000020004" pitchFamily="2" charset="-127"/>
                        </a:rPr>
                        <a:t>일반담배을</a:t>
                      </a:r>
                      <a:r>
                        <a:rPr lang="ko-KR" altLang="en-US" sz="1000" b="1" i="0" kern="1200" dirty="0">
                          <a:ln>
                            <a:solidFill>
                              <a:srgbClr val="4472C4">
                                <a:alpha val="0"/>
                              </a:srgbClr>
                            </a:solidFill>
                          </a:ln>
                          <a:solidFill>
                            <a:srgbClr val="202946"/>
                          </a:solidFill>
                          <a:latin typeface="Pretendard Variable SemiBold" panose="02000003000000020004" pitchFamily="2" charset="-127"/>
                          <a:ea typeface="Pretendard Variable SemiBold" panose="02000003000000020004" pitchFamily="2" charset="-127"/>
                          <a:cs typeface="Pretendard Variable SemiBold" panose="02000003000000020004" pitchFamily="2" charset="-127"/>
                        </a:rPr>
                        <a:t> 피우시나요</a:t>
                      </a:r>
                      <a:r>
                        <a:rPr lang="en-US" altLang="ko-KR" sz="1000" b="1" i="0" kern="1200" dirty="0">
                          <a:ln>
                            <a:solidFill>
                              <a:srgbClr val="4472C4">
                                <a:alpha val="0"/>
                              </a:srgbClr>
                            </a:solidFill>
                          </a:ln>
                          <a:solidFill>
                            <a:srgbClr val="202946"/>
                          </a:solidFill>
                          <a:latin typeface="Pretendard Variable SemiBold" panose="02000003000000020004" pitchFamily="2" charset="-127"/>
                          <a:ea typeface="Pretendard Variable SemiBold" panose="02000003000000020004" pitchFamily="2" charset="-127"/>
                          <a:cs typeface="Pretendard Variable SemiBold" panose="02000003000000020004" pitchFamily="2" charset="-127"/>
                        </a:rPr>
                        <a:t>?”</a:t>
                      </a:r>
                      <a:r>
                        <a:rPr lang="ko-KR" altLang="en-US" sz="1000" b="1" i="0" kern="1200" dirty="0">
                          <a:ln>
                            <a:solidFill>
                              <a:srgbClr val="4472C4">
                                <a:alpha val="0"/>
                              </a:srgbClr>
                            </a:solidFill>
                          </a:ln>
                          <a:solidFill>
                            <a:srgbClr val="202946"/>
                          </a:solidFill>
                          <a:latin typeface="Pretendard Variable SemiBold" panose="02000003000000020004" pitchFamily="2" charset="-127"/>
                          <a:ea typeface="Pretendard Variable SemiBold" panose="02000003000000020004" pitchFamily="2" charset="-127"/>
                          <a:cs typeface="Pretendard Variable SemiBold" panose="02000003000000020004" pitchFamily="2" charset="-127"/>
                        </a:rPr>
                        <a:t> 질문 노출</a:t>
                      </a:r>
                      <a:endParaRPr lang="en-US" altLang="ko-KR" sz="1000" b="1" i="0" kern="1200" dirty="0">
                        <a:ln>
                          <a:solidFill>
                            <a:srgbClr val="4472C4">
                              <a:alpha val="0"/>
                            </a:srgbClr>
                          </a:solidFill>
                        </a:ln>
                        <a:solidFill>
                          <a:srgbClr val="202946"/>
                        </a:solidFill>
                        <a:latin typeface="Pretendard Variable SemiBold" panose="02000003000000020004" pitchFamily="2" charset="-127"/>
                        <a:ea typeface="Pretendard Variable SemiBold" panose="02000003000000020004" pitchFamily="2" charset="-127"/>
                        <a:cs typeface="Pretendard Variable SemiBold" panose="02000003000000020004" pitchFamily="2" charset="-127"/>
                      </a:endParaRPr>
                    </a:p>
                    <a:p>
                      <a:pPr algn="l" fontAlgn="ctr">
                        <a:buNone/>
                      </a:pPr>
                      <a:r>
                        <a:rPr lang="ko-KR" altLang="en-US" sz="1000" b="1" i="0" kern="1200" dirty="0">
                          <a:ln>
                            <a:solidFill>
                              <a:srgbClr val="4472C4">
                                <a:alpha val="0"/>
                              </a:srgbClr>
                            </a:solidFill>
                          </a:ln>
                          <a:solidFill>
                            <a:srgbClr val="202946"/>
                          </a:solidFill>
                          <a:latin typeface="Pretendard Variable SemiBold" panose="02000003000000020004" pitchFamily="2" charset="-127"/>
                          <a:ea typeface="Pretendard Variable SemiBold" panose="02000003000000020004" pitchFamily="2" charset="-127"/>
                          <a:cs typeface="Pretendard Variable SemiBold" panose="02000003000000020004" pitchFamily="2" charset="-127"/>
                        </a:rPr>
                        <a:t> </a:t>
                      </a:r>
                      <a:r>
                        <a:rPr lang="en-US" altLang="ko-KR" sz="1000" b="1" i="0" kern="1200" dirty="0">
                          <a:ln>
                            <a:solidFill>
                              <a:srgbClr val="4472C4">
                                <a:alpha val="0"/>
                              </a:srgbClr>
                            </a:solidFill>
                          </a:ln>
                          <a:solidFill>
                            <a:srgbClr val="202946"/>
                          </a:solidFill>
                          <a:latin typeface="Pretendard Variable SemiBold" panose="02000003000000020004" pitchFamily="2" charset="-127"/>
                          <a:ea typeface="Pretendard Variable SemiBold" panose="02000003000000020004" pitchFamily="2" charset="-127"/>
                          <a:cs typeface="Pretendard Variable SemiBold" panose="02000003000000020004" pitchFamily="2" charset="-127"/>
                        </a:rPr>
                        <a:t>-</a:t>
                      </a:r>
                      <a:r>
                        <a:rPr lang="ko-KR" altLang="en-US" sz="1000" b="1" i="0" kern="1200" dirty="0">
                          <a:ln>
                            <a:solidFill>
                              <a:srgbClr val="4472C4">
                                <a:alpha val="0"/>
                              </a:srgbClr>
                            </a:solidFill>
                          </a:ln>
                          <a:solidFill>
                            <a:srgbClr val="202946"/>
                          </a:solidFill>
                          <a:latin typeface="Pretendard Variable SemiBold" panose="02000003000000020004" pitchFamily="2" charset="-127"/>
                          <a:ea typeface="Pretendard Variable SemiBold" panose="02000003000000020004" pitchFamily="2" charset="-127"/>
                          <a:cs typeface="Pretendard Variable SemiBold" panose="02000003000000020004" pitchFamily="2" charset="-127"/>
                        </a:rPr>
                        <a:t> </a:t>
                      </a:r>
                      <a:r>
                        <a:rPr lang="ko-KR" altLang="en-US" sz="1000" b="1" i="0" kern="1200" dirty="0" err="1">
                          <a:ln>
                            <a:solidFill>
                              <a:srgbClr val="4472C4">
                                <a:alpha val="0"/>
                              </a:srgbClr>
                            </a:solidFill>
                          </a:ln>
                          <a:solidFill>
                            <a:srgbClr val="202946"/>
                          </a:solidFill>
                          <a:latin typeface="Pretendard Variable SemiBold" panose="02000003000000020004" pitchFamily="2" charset="-127"/>
                          <a:ea typeface="Pretendard Variable SemiBold" panose="02000003000000020004" pitchFamily="2" charset="-127"/>
                          <a:cs typeface="Pretendard Variable SemiBold" panose="02000003000000020004" pitchFamily="2" charset="-127"/>
                        </a:rPr>
                        <a:t>아니오</a:t>
                      </a:r>
                      <a:r>
                        <a:rPr lang="ko-KR" altLang="en-US" sz="1000" b="1" i="0" kern="1200" dirty="0">
                          <a:ln>
                            <a:solidFill>
                              <a:srgbClr val="4472C4">
                                <a:alpha val="0"/>
                              </a:srgbClr>
                            </a:solidFill>
                          </a:ln>
                          <a:solidFill>
                            <a:srgbClr val="202946"/>
                          </a:solidFill>
                          <a:latin typeface="Pretendard Variable SemiBold" panose="02000003000000020004" pitchFamily="2" charset="-127"/>
                          <a:ea typeface="Pretendard Variable SemiBold" panose="02000003000000020004" pitchFamily="2" charset="-127"/>
                          <a:cs typeface="Pretendard Variable SemiBold" panose="02000003000000020004" pitchFamily="2" charset="-127"/>
                        </a:rPr>
                        <a:t> </a:t>
                      </a:r>
                      <a:r>
                        <a:rPr lang="ko-KR" altLang="en-US" sz="1000" b="1" i="0" kern="1200" dirty="0" err="1">
                          <a:ln>
                            <a:solidFill>
                              <a:srgbClr val="4472C4">
                                <a:alpha val="0"/>
                              </a:srgbClr>
                            </a:solidFill>
                          </a:ln>
                          <a:solidFill>
                            <a:srgbClr val="202946"/>
                          </a:solidFill>
                          <a:latin typeface="Pretendard Variable SemiBold" panose="02000003000000020004" pitchFamily="2" charset="-127"/>
                          <a:ea typeface="Pretendard Variable SemiBold" panose="02000003000000020004" pitchFamily="2" charset="-127"/>
                          <a:cs typeface="Pretendard Variable SemiBold" panose="02000003000000020004" pitchFamily="2" charset="-127"/>
                        </a:rPr>
                        <a:t>클릭시</a:t>
                      </a:r>
                      <a:r>
                        <a:rPr lang="ko-KR" altLang="en-US" sz="1000" b="1" i="0" kern="1200" dirty="0">
                          <a:ln>
                            <a:solidFill>
                              <a:srgbClr val="4472C4">
                                <a:alpha val="0"/>
                              </a:srgbClr>
                            </a:solidFill>
                          </a:ln>
                          <a:solidFill>
                            <a:srgbClr val="202946"/>
                          </a:solidFill>
                          <a:latin typeface="Pretendard Variable SemiBold" panose="02000003000000020004" pitchFamily="2" charset="-127"/>
                          <a:ea typeface="Pretendard Variable SemiBold" panose="02000003000000020004" pitchFamily="2" charset="-127"/>
                          <a:cs typeface="Pretendard Variable SemiBold" panose="02000003000000020004" pitchFamily="2" charset="-127"/>
                        </a:rPr>
                        <a:t> 해당 질문 </a:t>
                      </a:r>
                      <a:r>
                        <a:rPr lang="ko-KR" altLang="en-US" sz="1000" b="1" i="0" kern="1200" dirty="0" err="1">
                          <a:ln>
                            <a:solidFill>
                              <a:srgbClr val="4472C4">
                                <a:alpha val="0"/>
                              </a:srgbClr>
                            </a:solidFill>
                          </a:ln>
                          <a:solidFill>
                            <a:srgbClr val="202946"/>
                          </a:solidFill>
                          <a:latin typeface="Pretendard Variable SemiBold" panose="02000003000000020004" pitchFamily="2" charset="-127"/>
                          <a:ea typeface="Pretendard Variable SemiBold" panose="02000003000000020004" pitchFamily="2" charset="-127"/>
                          <a:cs typeface="Pretendard Variable SemiBold" panose="02000003000000020004" pitchFamily="2" charset="-127"/>
                        </a:rPr>
                        <a:t>비노출</a:t>
                      </a:r>
                      <a:endParaRPr lang="ko-KR" altLang="en-US" sz="1000" b="1" i="0" kern="1200" dirty="0">
                        <a:ln>
                          <a:solidFill>
                            <a:srgbClr val="4472C4">
                              <a:alpha val="0"/>
                            </a:srgbClr>
                          </a:solidFill>
                        </a:ln>
                        <a:solidFill>
                          <a:srgbClr val="202946"/>
                        </a:solidFill>
                        <a:latin typeface="Pretendard Variable SemiBold" panose="02000003000000020004" pitchFamily="2" charset="-127"/>
                        <a:ea typeface="Pretendard Variable SemiBold" panose="02000003000000020004" pitchFamily="2" charset="-127"/>
                        <a:cs typeface="Pretendard Variable SemiBold" panose="02000003000000020004" pitchFamily="2" charset="-127"/>
                      </a:endParaRPr>
                    </a:p>
                  </a:txBody>
                  <a:tcPr marL="4265" marR="4265" marT="426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765427849"/>
                  </a:ext>
                </a:extLst>
              </a:tr>
              <a:tr h="1997963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altLang="ko-KR" sz="1000" b="1" i="0" kern="1200" dirty="0">
                          <a:ln>
                            <a:solidFill>
                              <a:srgbClr val="4472C4">
                                <a:alpha val="0"/>
                              </a:srgbClr>
                            </a:solidFill>
                          </a:ln>
                          <a:solidFill>
                            <a:srgbClr val="202946"/>
                          </a:solidFill>
                          <a:latin typeface="Pretendard Variable SemiBold" panose="02000003000000020004" pitchFamily="2" charset="-127"/>
                          <a:ea typeface="Pretendard Variable SemiBold" panose="02000003000000020004" pitchFamily="2" charset="-127"/>
                          <a:cs typeface="Pretendard Variable SemiBold" panose="02000003000000020004" pitchFamily="2" charset="-127"/>
                        </a:rPr>
                        <a:t>4</a:t>
                      </a:r>
                      <a:endParaRPr lang="en-US" sz="1000" b="1" i="0" kern="1200" dirty="0">
                        <a:ln>
                          <a:solidFill>
                            <a:srgbClr val="4472C4">
                              <a:alpha val="0"/>
                            </a:srgbClr>
                          </a:solidFill>
                        </a:ln>
                        <a:solidFill>
                          <a:srgbClr val="202946"/>
                        </a:solidFill>
                        <a:latin typeface="Pretendard Variable SemiBold" panose="02000003000000020004" pitchFamily="2" charset="-127"/>
                        <a:ea typeface="Pretendard Variable SemiBold" panose="02000003000000020004" pitchFamily="2" charset="-127"/>
                        <a:cs typeface="Pretendard Variable SemiBold" panose="02000003000000020004" pitchFamily="2" charset="-127"/>
                      </a:endParaRPr>
                    </a:p>
                  </a:txBody>
                  <a:tcPr marL="4265" marR="4265" marT="4265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1" i="0" kern="1200" dirty="0">
                          <a:ln>
                            <a:solidFill>
                              <a:srgbClr val="4472C4">
                                <a:alpha val="0"/>
                              </a:srgbClr>
                            </a:solidFill>
                          </a:ln>
                          <a:solidFill>
                            <a:srgbClr val="202946"/>
                          </a:solidFill>
                          <a:latin typeface="Pretendard Variable SemiBold" panose="02000003000000020004" pitchFamily="2" charset="-127"/>
                          <a:ea typeface="Pretendard Variable SemiBold" panose="02000003000000020004" pitchFamily="2" charset="-127"/>
                          <a:cs typeface="Pretendard Variable SemiBold" panose="02000003000000020004" pitchFamily="2" charset="-127"/>
                        </a:rPr>
                        <a:t> 음주 정보</a:t>
                      </a:r>
                      <a:endParaRPr lang="en-US" altLang="ko-KR" sz="1000" b="1" i="0" kern="1200" dirty="0">
                        <a:ln>
                          <a:solidFill>
                            <a:srgbClr val="4472C4">
                              <a:alpha val="0"/>
                            </a:srgbClr>
                          </a:solidFill>
                        </a:ln>
                        <a:solidFill>
                          <a:srgbClr val="202946"/>
                        </a:solidFill>
                        <a:latin typeface="Pretendard Variable SemiBold" panose="02000003000000020004" pitchFamily="2" charset="-127"/>
                        <a:ea typeface="Pretendard Variable SemiBold" panose="02000003000000020004" pitchFamily="2" charset="-127"/>
                        <a:cs typeface="Pretendard Variable SemiBold" panose="02000003000000020004" pitchFamily="2" charset="-127"/>
                      </a:endParaRPr>
                    </a:p>
                    <a:p>
                      <a:pPr algn="l" fontAlgn="ctr">
                        <a:buNone/>
                      </a:pPr>
                      <a:r>
                        <a:rPr lang="ko-KR" altLang="en-US" sz="1000" b="1" i="0" kern="1200" dirty="0">
                          <a:ln>
                            <a:solidFill>
                              <a:srgbClr val="4472C4">
                                <a:alpha val="0"/>
                              </a:srgbClr>
                            </a:solidFill>
                          </a:ln>
                          <a:solidFill>
                            <a:srgbClr val="202946"/>
                          </a:solidFill>
                          <a:latin typeface="Pretendard Variable SemiBold" panose="02000003000000020004" pitchFamily="2" charset="-127"/>
                          <a:ea typeface="Pretendard Variable SemiBold" panose="02000003000000020004" pitchFamily="2" charset="-127"/>
                          <a:cs typeface="Pretendard Variable SemiBold" panose="02000003000000020004" pitchFamily="2" charset="-127"/>
                        </a:rPr>
                        <a:t> </a:t>
                      </a:r>
                      <a:r>
                        <a:rPr lang="en-US" altLang="ko-KR" sz="1000" b="1" i="0" kern="1200" dirty="0">
                          <a:ln>
                            <a:solidFill>
                              <a:srgbClr val="4472C4">
                                <a:alpha val="0"/>
                              </a:srgbClr>
                            </a:solidFill>
                          </a:ln>
                          <a:solidFill>
                            <a:srgbClr val="202946"/>
                          </a:solidFill>
                          <a:latin typeface="Pretendard Variable SemiBold" panose="02000003000000020004" pitchFamily="2" charset="-127"/>
                          <a:ea typeface="Pretendard Variable SemiBold" panose="02000003000000020004" pitchFamily="2" charset="-127"/>
                          <a:cs typeface="Pretendard Variable SemiBold" panose="02000003000000020004" pitchFamily="2" charset="-127"/>
                        </a:rPr>
                        <a:t>-</a:t>
                      </a:r>
                      <a:r>
                        <a:rPr lang="ko-KR" altLang="en-US" sz="1000" b="1" i="0" kern="1200" dirty="0">
                          <a:ln>
                            <a:solidFill>
                              <a:srgbClr val="4472C4">
                                <a:alpha val="0"/>
                              </a:srgbClr>
                            </a:solidFill>
                          </a:ln>
                          <a:solidFill>
                            <a:srgbClr val="202946"/>
                          </a:solidFill>
                          <a:latin typeface="Pretendard Variable SemiBold" panose="02000003000000020004" pitchFamily="2" charset="-127"/>
                          <a:ea typeface="Pretendard Variable SemiBold" panose="02000003000000020004" pitchFamily="2" charset="-127"/>
                          <a:cs typeface="Pretendard Variable SemiBold" panose="02000003000000020004" pitchFamily="2" charset="-127"/>
                        </a:rPr>
                        <a:t> </a:t>
                      </a:r>
                      <a:r>
                        <a:rPr lang="en-US" altLang="ko-KR" sz="1000" b="1" i="0" kern="1200" dirty="0">
                          <a:ln>
                            <a:solidFill>
                              <a:srgbClr val="4472C4">
                                <a:alpha val="0"/>
                              </a:srgbClr>
                            </a:solidFill>
                          </a:ln>
                          <a:solidFill>
                            <a:srgbClr val="202946"/>
                          </a:solidFill>
                          <a:latin typeface="Pretendard Variable SemiBold" panose="02000003000000020004" pitchFamily="2" charset="-127"/>
                          <a:ea typeface="Pretendard Variable SemiBold" panose="02000003000000020004" pitchFamily="2" charset="-127"/>
                          <a:cs typeface="Pretendard Variable SemiBold" panose="02000003000000020004" pitchFamily="2" charset="-127"/>
                        </a:rPr>
                        <a:t>4-1</a:t>
                      </a:r>
                      <a:r>
                        <a:rPr lang="ko-KR" altLang="en-US" sz="1000" b="1" i="0" kern="1200" dirty="0">
                          <a:ln>
                            <a:solidFill>
                              <a:srgbClr val="4472C4">
                                <a:alpha val="0"/>
                              </a:srgbClr>
                            </a:solidFill>
                          </a:ln>
                          <a:solidFill>
                            <a:srgbClr val="202946"/>
                          </a:solidFill>
                          <a:latin typeface="Pretendard Variable SemiBold" panose="02000003000000020004" pitchFamily="2" charset="-127"/>
                          <a:ea typeface="Pretendard Variable SemiBold" panose="02000003000000020004" pitchFamily="2" charset="-127"/>
                          <a:cs typeface="Pretendard Variable SemiBold" panose="02000003000000020004" pitchFamily="2" charset="-127"/>
                        </a:rPr>
                        <a:t> 예 클릭 시</a:t>
                      </a:r>
                      <a:r>
                        <a:rPr lang="en-US" altLang="ko-KR" sz="1000" b="1" i="0" kern="1200" dirty="0">
                          <a:ln>
                            <a:solidFill>
                              <a:srgbClr val="4472C4">
                                <a:alpha val="0"/>
                              </a:srgbClr>
                            </a:solidFill>
                          </a:ln>
                          <a:solidFill>
                            <a:srgbClr val="202946"/>
                          </a:solidFill>
                          <a:latin typeface="Pretendard Variable SemiBold" panose="02000003000000020004" pitchFamily="2" charset="-127"/>
                          <a:ea typeface="Pretendard Variable SemiBold" panose="02000003000000020004" pitchFamily="2" charset="-127"/>
                          <a:cs typeface="Pretendard Variable SemiBold" panose="02000003000000020004" pitchFamily="2" charset="-127"/>
                        </a:rPr>
                        <a:t>,</a:t>
                      </a:r>
                      <a:r>
                        <a:rPr lang="ko-KR" altLang="en-US" sz="1000" b="1" i="0" kern="1200" dirty="0">
                          <a:ln>
                            <a:solidFill>
                              <a:srgbClr val="4472C4">
                                <a:alpha val="0"/>
                              </a:srgbClr>
                            </a:solidFill>
                          </a:ln>
                          <a:solidFill>
                            <a:srgbClr val="202946"/>
                          </a:solidFill>
                          <a:latin typeface="Pretendard Variable SemiBold" panose="02000003000000020004" pitchFamily="2" charset="-127"/>
                          <a:ea typeface="Pretendard Variable SemiBold" panose="02000003000000020004" pitchFamily="2" charset="-127"/>
                          <a:cs typeface="Pretendard Variable SemiBold" panose="02000003000000020004" pitchFamily="2" charset="-127"/>
                        </a:rPr>
                        <a:t> 아래 폭음 빈도 질문 노출</a:t>
                      </a:r>
                      <a:endParaRPr lang="en-US" altLang="ko-KR" sz="1000" b="1" i="0" kern="1200" dirty="0">
                        <a:ln>
                          <a:solidFill>
                            <a:srgbClr val="4472C4">
                              <a:alpha val="0"/>
                            </a:srgbClr>
                          </a:solidFill>
                        </a:ln>
                        <a:solidFill>
                          <a:srgbClr val="202946"/>
                        </a:solidFill>
                        <a:latin typeface="Pretendard Variable SemiBold" panose="02000003000000020004" pitchFamily="2" charset="-127"/>
                        <a:ea typeface="Pretendard Variable SemiBold" panose="02000003000000020004" pitchFamily="2" charset="-127"/>
                        <a:cs typeface="Pretendard Variable SemiBold" panose="02000003000000020004" pitchFamily="2" charset="-127"/>
                      </a:endParaRPr>
                    </a:p>
                    <a:p>
                      <a:pPr algn="l" fontAlgn="ctr">
                        <a:buNone/>
                      </a:pPr>
                      <a:r>
                        <a:rPr lang="ko-KR" altLang="en-US" sz="1000" b="1" i="0" kern="1200" dirty="0">
                          <a:ln>
                            <a:solidFill>
                              <a:srgbClr val="4472C4">
                                <a:alpha val="0"/>
                              </a:srgbClr>
                            </a:solidFill>
                          </a:ln>
                          <a:solidFill>
                            <a:srgbClr val="202946"/>
                          </a:solidFill>
                          <a:latin typeface="Pretendard Variable SemiBold" panose="02000003000000020004" pitchFamily="2" charset="-127"/>
                          <a:ea typeface="Pretendard Variable SemiBold" panose="02000003000000020004" pitchFamily="2" charset="-127"/>
                          <a:cs typeface="Pretendard Variable SemiBold" panose="02000003000000020004" pitchFamily="2" charset="-127"/>
                        </a:rPr>
                        <a:t> </a:t>
                      </a:r>
                      <a:r>
                        <a:rPr lang="en-US" altLang="ko-KR" sz="1000" b="1" i="0" kern="1200" dirty="0">
                          <a:ln>
                            <a:solidFill>
                              <a:srgbClr val="4472C4">
                                <a:alpha val="0"/>
                              </a:srgbClr>
                            </a:solidFill>
                          </a:ln>
                          <a:solidFill>
                            <a:srgbClr val="202946"/>
                          </a:solidFill>
                          <a:latin typeface="Pretendard Variable SemiBold" panose="02000003000000020004" pitchFamily="2" charset="-127"/>
                          <a:ea typeface="Pretendard Variable SemiBold" panose="02000003000000020004" pitchFamily="2" charset="-127"/>
                          <a:cs typeface="Pretendard Variable SemiBold" panose="02000003000000020004" pitchFamily="2" charset="-127"/>
                        </a:rPr>
                        <a:t>-</a:t>
                      </a:r>
                      <a:r>
                        <a:rPr lang="ko-KR" altLang="en-US" sz="1000" b="1" i="0" kern="1200" dirty="0">
                          <a:ln>
                            <a:solidFill>
                              <a:srgbClr val="4472C4">
                                <a:alpha val="0"/>
                              </a:srgbClr>
                            </a:solidFill>
                          </a:ln>
                          <a:solidFill>
                            <a:srgbClr val="202946"/>
                          </a:solidFill>
                          <a:latin typeface="Pretendard Variable SemiBold" panose="02000003000000020004" pitchFamily="2" charset="-127"/>
                          <a:ea typeface="Pretendard Variable SemiBold" panose="02000003000000020004" pitchFamily="2" charset="-127"/>
                          <a:cs typeface="Pretendard Variable SemiBold" panose="02000003000000020004" pitchFamily="2" charset="-127"/>
                        </a:rPr>
                        <a:t> </a:t>
                      </a:r>
                      <a:r>
                        <a:rPr lang="ko-KR" altLang="en-US" sz="1000" b="1" i="0" kern="1200" dirty="0" err="1">
                          <a:ln>
                            <a:solidFill>
                              <a:srgbClr val="4472C4">
                                <a:alpha val="0"/>
                              </a:srgbClr>
                            </a:solidFill>
                          </a:ln>
                          <a:solidFill>
                            <a:srgbClr val="202946"/>
                          </a:solidFill>
                          <a:latin typeface="Pretendard Variable SemiBold" panose="02000003000000020004" pitchFamily="2" charset="-127"/>
                          <a:ea typeface="Pretendard Variable SemiBold" panose="02000003000000020004" pitchFamily="2" charset="-127"/>
                          <a:cs typeface="Pretendard Variable SemiBold" panose="02000003000000020004" pitchFamily="2" charset="-127"/>
                        </a:rPr>
                        <a:t>아니오</a:t>
                      </a:r>
                      <a:r>
                        <a:rPr lang="ko-KR" altLang="en-US" sz="1000" b="1" i="0" kern="1200" dirty="0">
                          <a:ln>
                            <a:solidFill>
                              <a:srgbClr val="4472C4">
                                <a:alpha val="0"/>
                              </a:srgbClr>
                            </a:solidFill>
                          </a:ln>
                          <a:solidFill>
                            <a:srgbClr val="202946"/>
                          </a:solidFill>
                          <a:latin typeface="Pretendard Variable SemiBold" panose="02000003000000020004" pitchFamily="2" charset="-127"/>
                          <a:ea typeface="Pretendard Variable SemiBold" panose="02000003000000020004" pitchFamily="2" charset="-127"/>
                          <a:cs typeface="Pretendard Variable SemiBold" panose="02000003000000020004" pitchFamily="2" charset="-127"/>
                        </a:rPr>
                        <a:t> </a:t>
                      </a:r>
                      <a:r>
                        <a:rPr lang="ko-KR" altLang="en-US" sz="1000" b="1" i="0" kern="1200" dirty="0" err="1">
                          <a:ln>
                            <a:solidFill>
                              <a:srgbClr val="4472C4">
                                <a:alpha val="0"/>
                              </a:srgbClr>
                            </a:solidFill>
                          </a:ln>
                          <a:solidFill>
                            <a:srgbClr val="202946"/>
                          </a:solidFill>
                          <a:latin typeface="Pretendard Variable SemiBold" panose="02000003000000020004" pitchFamily="2" charset="-127"/>
                          <a:ea typeface="Pretendard Variable SemiBold" panose="02000003000000020004" pitchFamily="2" charset="-127"/>
                          <a:cs typeface="Pretendard Variable SemiBold" panose="02000003000000020004" pitchFamily="2" charset="-127"/>
                        </a:rPr>
                        <a:t>클릭시</a:t>
                      </a:r>
                      <a:r>
                        <a:rPr lang="ko-KR" altLang="en-US" sz="1000" b="1" i="0" kern="1200" dirty="0">
                          <a:ln>
                            <a:solidFill>
                              <a:srgbClr val="4472C4">
                                <a:alpha val="0"/>
                              </a:srgbClr>
                            </a:solidFill>
                          </a:ln>
                          <a:solidFill>
                            <a:srgbClr val="202946"/>
                          </a:solidFill>
                          <a:latin typeface="Pretendard Variable SemiBold" panose="02000003000000020004" pitchFamily="2" charset="-127"/>
                          <a:ea typeface="Pretendard Variable SemiBold" panose="02000003000000020004" pitchFamily="2" charset="-127"/>
                          <a:cs typeface="Pretendard Variable SemiBold" panose="02000003000000020004" pitchFamily="2" charset="-127"/>
                        </a:rPr>
                        <a:t> </a:t>
                      </a:r>
                      <a:r>
                        <a:rPr lang="ko-KR" altLang="en-US" sz="1000" b="1" i="0" kern="1200" dirty="0" err="1">
                          <a:ln>
                            <a:solidFill>
                              <a:srgbClr val="4472C4">
                                <a:alpha val="0"/>
                              </a:srgbClr>
                            </a:solidFill>
                          </a:ln>
                          <a:solidFill>
                            <a:srgbClr val="202946"/>
                          </a:solidFill>
                          <a:latin typeface="Pretendard Variable SemiBold" panose="02000003000000020004" pitchFamily="2" charset="-127"/>
                          <a:ea typeface="Pretendard Variable SemiBold" panose="02000003000000020004" pitchFamily="2" charset="-127"/>
                          <a:cs typeface="Pretendard Variable SemiBold" panose="02000003000000020004" pitchFamily="2" charset="-127"/>
                        </a:rPr>
                        <a:t>미노출</a:t>
                      </a:r>
                      <a:endParaRPr lang="ko-KR" altLang="en-US" sz="1000" b="1" i="0" kern="1200" dirty="0">
                        <a:ln>
                          <a:solidFill>
                            <a:srgbClr val="4472C4">
                              <a:alpha val="0"/>
                            </a:srgbClr>
                          </a:solidFill>
                        </a:ln>
                        <a:solidFill>
                          <a:srgbClr val="202946"/>
                        </a:solidFill>
                        <a:latin typeface="Pretendard Variable SemiBold" panose="02000003000000020004" pitchFamily="2" charset="-127"/>
                        <a:ea typeface="Pretendard Variable SemiBold" panose="02000003000000020004" pitchFamily="2" charset="-127"/>
                        <a:cs typeface="Pretendard Variable SemiBold" panose="02000003000000020004" pitchFamily="2" charset="-127"/>
                      </a:endParaRPr>
                    </a:p>
                  </a:txBody>
                  <a:tcPr marL="4265" marR="4265" marT="426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920587223"/>
                  </a:ext>
                </a:extLst>
              </a:tr>
            </a:tbl>
          </a:graphicData>
        </a:graphic>
      </p:graphicFrame>
      <p:sp>
        <p:nvSpPr>
          <p:cNvPr id="28" name="타원 27">
            <a:extLst>
              <a:ext uri="{FF2B5EF4-FFF2-40B4-BE49-F238E27FC236}">
                <a16:creationId xmlns:a16="http://schemas.microsoft.com/office/drawing/2014/main" id="{A4BFF9FC-9B3D-568A-9963-F9A1CE01E95F}"/>
              </a:ext>
            </a:extLst>
          </p:cNvPr>
          <p:cNvSpPr/>
          <p:nvPr/>
        </p:nvSpPr>
        <p:spPr>
          <a:xfrm>
            <a:off x="31555" y="3431602"/>
            <a:ext cx="322673" cy="322673"/>
          </a:xfrm>
          <a:prstGeom prst="ellipse">
            <a:avLst/>
          </a:prstGeom>
          <a:solidFill>
            <a:srgbClr val="FFC0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b="1" dirty="0">
                <a:solidFill>
                  <a:schemeClr val="bg1"/>
                </a:solidFill>
                <a:latin typeface="Pretendard Variable Black" panose="02000003000000020004" pitchFamily="2" charset="-127"/>
                <a:ea typeface="Pretendard Variable Black" panose="02000003000000020004" pitchFamily="2" charset="-127"/>
                <a:cs typeface="Pretendard Variable Black" panose="02000003000000020004" pitchFamily="2" charset="-127"/>
              </a:rPr>
              <a:t>4</a:t>
            </a:r>
            <a:endParaRPr lang="ko-KR" altLang="en-US" b="1" dirty="0">
              <a:solidFill>
                <a:schemeClr val="bg1"/>
              </a:solidFill>
              <a:latin typeface="Pretendard Variable Black" panose="02000003000000020004" pitchFamily="2" charset="-127"/>
              <a:ea typeface="Pretendard Variable Black" panose="02000003000000020004" pitchFamily="2" charset="-127"/>
              <a:cs typeface="Pretendard Variable Black" panose="02000003000000020004" pitchFamily="2" charset="-127"/>
            </a:endParaRPr>
          </a:p>
        </p:txBody>
      </p:sp>
      <p:sp>
        <p:nvSpPr>
          <p:cNvPr id="31" name="타원 30">
            <a:extLst>
              <a:ext uri="{FF2B5EF4-FFF2-40B4-BE49-F238E27FC236}">
                <a16:creationId xmlns:a16="http://schemas.microsoft.com/office/drawing/2014/main" id="{0552D9D7-CE55-CD70-9102-5976E5F15A39}"/>
              </a:ext>
            </a:extLst>
          </p:cNvPr>
          <p:cNvSpPr/>
          <p:nvPr/>
        </p:nvSpPr>
        <p:spPr>
          <a:xfrm>
            <a:off x="31555" y="1540951"/>
            <a:ext cx="322673" cy="322673"/>
          </a:xfrm>
          <a:prstGeom prst="ellipse">
            <a:avLst/>
          </a:prstGeom>
          <a:solidFill>
            <a:srgbClr val="FFC0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b="1" dirty="0">
                <a:solidFill>
                  <a:schemeClr val="bg1"/>
                </a:solidFill>
                <a:latin typeface="Pretendard Variable Black" panose="02000003000000020004" pitchFamily="2" charset="-127"/>
                <a:ea typeface="Pretendard Variable Black" panose="02000003000000020004" pitchFamily="2" charset="-127"/>
                <a:cs typeface="Pretendard Variable Black" panose="02000003000000020004" pitchFamily="2" charset="-127"/>
              </a:rPr>
              <a:t>3</a:t>
            </a:r>
            <a:endParaRPr lang="ko-KR" altLang="en-US" b="1" dirty="0">
              <a:solidFill>
                <a:schemeClr val="bg1"/>
              </a:solidFill>
              <a:latin typeface="Pretendard Variable Black" panose="02000003000000020004" pitchFamily="2" charset="-127"/>
              <a:ea typeface="Pretendard Variable Black" panose="02000003000000020004" pitchFamily="2" charset="-127"/>
              <a:cs typeface="Pretendard Variable Black" panose="02000003000000020004" pitchFamily="2" charset="-127"/>
            </a:endParaRPr>
          </a:p>
        </p:txBody>
      </p:sp>
      <p:pic>
        <p:nvPicPr>
          <p:cNvPr id="35" name="그림 34">
            <a:extLst>
              <a:ext uri="{FF2B5EF4-FFF2-40B4-BE49-F238E27FC236}">
                <a16:creationId xmlns:a16="http://schemas.microsoft.com/office/drawing/2014/main" id="{17D1AF1F-731F-C837-C230-241BC7844DCF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75874" y="1509931"/>
            <a:ext cx="7772400" cy="422871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91544570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6D1F725-A76C-DFFB-7808-81017D4C1E5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그림 4">
            <a:extLst>
              <a:ext uri="{FF2B5EF4-FFF2-40B4-BE49-F238E27FC236}">
                <a16:creationId xmlns:a16="http://schemas.microsoft.com/office/drawing/2014/main" id="{3F2B8542-9C64-FF4B-5C7C-C531D7A8AAE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-1" y="0"/>
            <a:ext cx="12192001" cy="6861745"/>
          </a:xfrm>
          <a:prstGeom prst="rect">
            <a:avLst/>
          </a:prstGeom>
        </p:spPr>
      </p:pic>
      <p:sp>
        <p:nvSpPr>
          <p:cNvPr id="10" name="모서리가 둥근 직사각형 9">
            <a:extLst>
              <a:ext uri="{FF2B5EF4-FFF2-40B4-BE49-F238E27FC236}">
                <a16:creationId xmlns:a16="http://schemas.microsoft.com/office/drawing/2014/main" id="{6CCA9196-FFF1-FCB8-AA3E-B9B05C4D1363}"/>
              </a:ext>
            </a:extLst>
          </p:cNvPr>
          <p:cNvSpPr/>
          <p:nvPr/>
        </p:nvSpPr>
        <p:spPr>
          <a:xfrm flipH="1">
            <a:off x="375874" y="407856"/>
            <a:ext cx="45719" cy="641829"/>
          </a:xfrm>
          <a:prstGeom prst="roundRect">
            <a:avLst/>
          </a:prstGeom>
          <a:solidFill>
            <a:srgbClr val="20307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ko-KR" altLang="en-US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0AF0B518-1A18-4A10-AD92-4B127FE2E1CB}"/>
              </a:ext>
            </a:extLst>
          </p:cNvPr>
          <p:cNvSpPr txBox="1"/>
          <p:nvPr/>
        </p:nvSpPr>
        <p:spPr>
          <a:xfrm>
            <a:off x="519779" y="358229"/>
            <a:ext cx="9823121" cy="73866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2600" b="1" dirty="0">
                <a:solidFill>
                  <a:srgbClr val="202946"/>
                </a:solidFill>
                <a:effectLst/>
                <a:latin typeface="Pretendard Variable ExtraBold" panose="02000003000000020004" pitchFamily="2" charset="-127"/>
                <a:ea typeface="Pretendard Variable ExtraBold" panose="02000003000000020004" pitchFamily="2" charset="-127"/>
                <a:cs typeface="Pretendard Variable ExtraBold" panose="02000003000000020004" pitchFamily="2" charset="-127"/>
              </a:rPr>
              <a:t>화면 설계서</a:t>
            </a:r>
            <a:endParaRPr lang="en-US" altLang="ko-KR" sz="2600" b="1" dirty="0">
              <a:solidFill>
                <a:srgbClr val="202946"/>
              </a:solidFill>
              <a:effectLst/>
              <a:latin typeface="Pretendard Variable ExtraBold" panose="02000003000000020004" pitchFamily="2" charset="-127"/>
              <a:ea typeface="Pretendard Variable ExtraBold" panose="02000003000000020004" pitchFamily="2" charset="-127"/>
              <a:cs typeface="Pretendard Variable ExtraBold" panose="02000003000000020004" pitchFamily="2" charset="-127"/>
            </a:endParaRPr>
          </a:p>
          <a:p>
            <a:r>
              <a:rPr lang="ko-KR" altLang="en-US" sz="1600" dirty="0">
                <a:solidFill>
                  <a:srgbClr val="4D5F8F"/>
                </a:solidFill>
                <a:latin typeface="Pretendard Variable SemiBold" panose="02000003000000020004" pitchFamily="2" charset="-127"/>
                <a:ea typeface="Pretendard Variable SemiBold" panose="02000003000000020004" pitchFamily="2" charset="-127"/>
                <a:cs typeface="Pretendard Variable SemiBold" panose="02000003000000020004" pitchFamily="2" charset="-127"/>
              </a:rPr>
              <a:t>평소 생활 습관</a:t>
            </a:r>
            <a:r>
              <a:rPr lang="ko-KR" altLang="en-US" sz="1600" dirty="0">
                <a:solidFill>
                  <a:srgbClr val="4D5F8F"/>
                </a:solidFill>
                <a:effectLst/>
                <a:latin typeface="Pretendard Variable SemiBold" panose="02000003000000020004" pitchFamily="2" charset="-127"/>
                <a:ea typeface="Pretendard Variable SemiBold" panose="02000003000000020004" pitchFamily="2" charset="-127"/>
                <a:cs typeface="Pretendard Variable SemiBold" panose="02000003000000020004" pitchFamily="2" charset="-127"/>
              </a:rPr>
              <a:t> 입력 화면 </a:t>
            </a:r>
            <a:r>
              <a:rPr lang="en-US" altLang="ko-KR" sz="1600" dirty="0">
                <a:solidFill>
                  <a:srgbClr val="4D5F8F"/>
                </a:solidFill>
                <a:effectLst/>
                <a:latin typeface="Pretendard Variable SemiBold" panose="02000003000000020004" pitchFamily="2" charset="-127"/>
                <a:ea typeface="Pretendard Variable SemiBold" panose="02000003000000020004" pitchFamily="2" charset="-127"/>
                <a:cs typeface="Pretendard Variable SemiBold" panose="02000003000000020004" pitchFamily="2" charset="-127"/>
              </a:rPr>
              <a:t>-</a:t>
            </a:r>
            <a:r>
              <a:rPr lang="ko-KR" altLang="en-US" sz="1600" dirty="0">
                <a:solidFill>
                  <a:srgbClr val="4D5F8F"/>
                </a:solidFill>
                <a:effectLst/>
                <a:latin typeface="Pretendard Variable SemiBold" panose="02000003000000020004" pitchFamily="2" charset="-127"/>
                <a:ea typeface="Pretendard Variable SemiBold" panose="02000003000000020004" pitchFamily="2" charset="-127"/>
                <a:cs typeface="Pretendard Variable SemiBold" panose="02000003000000020004" pitchFamily="2" charset="-127"/>
              </a:rPr>
              <a:t> </a:t>
            </a:r>
            <a:r>
              <a:rPr lang="en-US" altLang="ko-KR" sz="1600" dirty="0">
                <a:solidFill>
                  <a:srgbClr val="4D5F8F"/>
                </a:solidFill>
                <a:effectLst/>
                <a:latin typeface="Pretendard Variable SemiBold" panose="02000003000000020004" pitchFamily="2" charset="-127"/>
                <a:ea typeface="Pretendard Variable SemiBold" panose="02000003000000020004" pitchFamily="2" charset="-127"/>
                <a:cs typeface="Pretendard Variable SemiBold" panose="02000003000000020004" pitchFamily="2" charset="-127"/>
              </a:rPr>
              <a:t>3</a:t>
            </a:r>
            <a:endParaRPr lang="ko-KR" altLang="en-US" sz="1600" dirty="0">
              <a:solidFill>
                <a:srgbClr val="4D5F8F"/>
              </a:solidFill>
              <a:effectLst/>
              <a:latin typeface="Pretendard Variable SemiBold" panose="02000003000000020004" pitchFamily="2" charset="-127"/>
              <a:ea typeface="Pretendard Variable SemiBold" panose="02000003000000020004" pitchFamily="2" charset="-127"/>
              <a:cs typeface="Pretendard Variable SemiBold" panose="02000003000000020004" pitchFamily="2" charset="-127"/>
            </a:endParaRPr>
          </a:p>
        </p:txBody>
      </p:sp>
      <p:graphicFrame>
        <p:nvGraphicFramePr>
          <p:cNvPr id="4" name="표 3">
            <a:extLst>
              <a:ext uri="{FF2B5EF4-FFF2-40B4-BE49-F238E27FC236}">
                <a16:creationId xmlns:a16="http://schemas.microsoft.com/office/drawing/2014/main" id="{A34520A1-E111-17B0-AA10-DDCF736670D2}"/>
              </a:ext>
            </a:extLst>
          </p:cNvPr>
          <p:cNvGraphicFramePr>
            <a:graphicFrameLocks noGrp="1"/>
          </p:cNvGraphicFramePr>
          <p:nvPr/>
        </p:nvGraphicFramePr>
        <p:xfrm>
          <a:off x="8463343" y="1508492"/>
          <a:ext cx="3464569" cy="4233185"/>
        </p:xfrm>
        <a:graphic>
          <a:graphicData uri="http://schemas.openxmlformats.org/drawingml/2006/table">
            <a:tbl>
              <a:tblPr>
                <a:solidFill>
                  <a:srgbClr val="D9E2F0"/>
                </a:solidFill>
                <a:tableStyleId>{073A0DAA-6AF3-43AB-8588-CEC1D06C72B9}</a:tableStyleId>
              </a:tblPr>
              <a:tblGrid>
                <a:gridCol w="640007">
                  <a:extLst>
                    <a:ext uri="{9D8B030D-6E8A-4147-A177-3AD203B41FA5}">
                      <a16:colId xmlns:a16="http://schemas.microsoft.com/office/drawing/2014/main" val="3609243270"/>
                    </a:ext>
                  </a:extLst>
                </a:gridCol>
                <a:gridCol w="2824562">
                  <a:extLst>
                    <a:ext uri="{9D8B030D-6E8A-4147-A177-3AD203B41FA5}">
                      <a16:colId xmlns:a16="http://schemas.microsoft.com/office/drawing/2014/main" val="3085350586"/>
                    </a:ext>
                  </a:extLst>
                </a:gridCol>
              </a:tblGrid>
              <a:tr h="232899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kern="1200" dirty="0">
                          <a:ln>
                            <a:solidFill>
                              <a:srgbClr val="4472C4">
                                <a:alpha val="0"/>
                              </a:srgbClr>
                            </a:solidFill>
                          </a:ln>
                          <a:solidFill>
                            <a:srgbClr val="202946"/>
                          </a:solidFill>
                          <a:latin typeface="Pretendard Variable SemiBold" panose="02000003000000020004" pitchFamily="2" charset="-127"/>
                          <a:ea typeface="Pretendard Variable SemiBold" panose="02000003000000020004" pitchFamily="2" charset="-127"/>
                          <a:cs typeface="Pretendard Variable SemiBold" panose="02000003000000020004" pitchFamily="2" charset="-127"/>
                        </a:rPr>
                        <a:t>구분</a:t>
                      </a:r>
                    </a:p>
                  </a:txBody>
                  <a:tcPr marL="4265" marR="4265" marT="4265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kern="1200" dirty="0">
                          <a:ln>
                            <a:solidFill>
                              <a:srgbClr val="4472C4">
                                <a:alpha val="0"/>
                              </a:srgbClr>
                            </a:solidFill>
                          </a:ln>
                          <a:solidFill>
                            <a:srgbClr val="202946"/>
                          </a:solidFill>
                          <a:latin typeface="Pretendard Variable SemiBold" panose="02000003000000020004" pitchFamily="2" charset="-127"/>
                          <a:ea typeface="Pretendard Variable SemiBold" panose="02000003000000020004" pitchFamily="2" charset="-127"/>
                          <a:cs typeface="Pretendard Variable SemiBold" panose="02000003000000020004" pitchFamily="2" charset="-127"/>
                        </a:rPr>
                        <a:t>내용</a:t>
                      </a:r>
                    </a:p>
                  </a:txBody>
                  <a:tcPr marL="4265" marR="4265" marT="426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213331099"/>
                  </a:ext>
                </a:extLst>
              </a:tr>
              <a:tr h="2000143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altLang="ko-KR" sz="1000" b="1" i="0" kern="1200" dirty="0">
                          <a:ln>
                            <a:solidFill>
                              <a:srgbClr val="4472C4">
                                <a:alpha val="0"/>
                              </a:srgbClr>
                            </a:solidFill>
                          </a:ln>
                          <a:solidFill>
                            <a:srgbClr val="202946"/>
                          </a:solidFill>
                          <a:latin typeface="Pretendard Variable SemiBold" panose="02000003000000020004" pitchFamily="2" charset="-127"/>
                          <a:ea typeface="Pretendard Variable SemiBold" panose="02000003000000020004" pitchFamily="2" charset="-127"/>
                          <a:cs typeface="Pretendard Variable SemiBold" panose="02000003000000020004" pitchFamily="2" charset="-127"/>
                        </a:rPr>
                        <a:t>5</a:t>
                      </a:r>
                      <a:endParaRPr lang="ko-KR" altLang="en-US" sz="1000" b="1" i="0" kern="1200" dirty="0">
                        <a:ln>
                          <a:solidFill>
                            <a:srgbClr val="4472C4">
                              <a:alpha val="0"/>
                            </a:srgbClr>
                          </a:solidFill>
                        </a:ln>
                        <a:solidFill>
                          <a:srgbClr val="202946"/>
                        </a:solidFill>
                        <a:latin typeface="Pretendard Variable SemiBold" panose="02000003000000020004" pitchFamily="2" charset="-127"/>
                        <a:ea typeface="Pretendard Variable SemiBold" panose="02000003000000020004" pitchFamily="2" charset="-127"/>
                        <a:cs typeface="Pretendard Variable SemiBold" panose="02000003000000020004" pitchFamily="2" charset="-127"/>
                      </a:endParaRPr>
                    </a:p>
                  </a:txBody>
                  <a:tcPr marL="4265" marR="4265" marT="4265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1" i="0" kern="1200" dirty="0">
                          <a:ln>
                            <a:solidFill>
                              <a:srgbClr val="4472C4">
                                <a:alpha val="0"/>
                              </a:srgbClr>
                            </a:solidFill>
                          </a:ln>
                          <a:solidFill>
                            <a:srgbClr val="202946"/>
                          </a:solidFill>
                          <a:latin typeface="Pretendard Variable SemiBold" panose="02000003000000020004" pitchFamily="2" charset="-127"/>
                          <a:ea typeface="Pretendard Variable SemiBold" panose="02000003000000020004" pitchFamily="2" charset="-127"/>
                          <a:cs typeface="Pretendard Variable SemiBold" panose="02000003000000020004" pitchFamily="2" charset="-127"/>
                        </a:rPr>
                        <a:t> 평일 평균 수면시간</a:t>
                      </a:r>
                      <a:endParaRPr lang="en-US" altLang="ko-KR" sz="1000" b="1" i="0" kern="1200" dirty="0">
                        <a:ln>
                          <a:solidFill>
                            <a:srgbClr val="4472C4">
                              <a:alpha val="0"/>
                            </a:srgbClr>
                          </a:solidFill>
                        </a:ln>
                        <a:solidFill>
                          <a:srgbClr val="202946"/>
                        </a:solidFill>
                        <a:latin typeface="Pretendard Variable SemiBold" panose="02000003000000020004" pitchFamily="2" charset="-127"/>
                        <a:ea typeface="Pretendard Variable SemiBold" panose="02000003000000020004" pitchFamily="2" charset="-127"/>
                        <a:cs typeface="Pretendard Variable SemiBold" panose="02000003000000020004" pitchFamily="2" charset="-127"/>
                      </a:endParaRPr>
                    </a:p>
                    <a:p>
                      <a:pPr algn="l" fontAlgn="ctr">
                        <a:buNone/>
                      </a:pPr>
                      <a:r>
                        <a:rPr lang="ko-KR" altLang="en-US" sz="1000" b="1" i="0" kern="1200" dirty="0">
                          <a:ln>
                            <a:solidFill>
                              <a:srgbClr val="4472C4">
                                <a:alpha val="0"/>
                              </a:srgbClr>
                            </a:solidFill>
                          </a:ln>
                          <a:solidFill>
                            <a:srgbClr val="202946"/>
                          </a:solidFill>
                          <a:latin typeface="Pretendard Variable SemiBold" panose="02000003000000020004" pitchFamily="2" charset="-127"/>
                          <a:ea typeface="Pretendard Variable SemiBold" panose="02000003000000020004" pitchFamily="2" charset="-127"/>
                          <a:cs typeface="Pretendard Variable SemiBold" panose="02000003000000020004" pitchFamily="2" charset="-127"/>
                        </a:rPr>
                        <a:t> </a:t>
                      </a:r>
                      <a:r>
                        <a:rPr lang="en-US" altLang="ko-KR" sz="1000" b="1" i="0" kern="1200" dirty="0">
                          <a:ln>
                            <a:solidFill>
                              <a:srgbClr val="4472C4">
                                <a:alpha val="0"/>
                              </a:srgbClr>
                            </a:solidFill>
                          </a:ln>
                          <a:solidFill>
                            <a:srgbClr val="202946"/>
                          </a:solidFill>
                          <a:latin typeface="Pretendard Variable SemiBold" panose="02000003000000020004" pitchFamily="2" charset="-127"/>
                          <a:ea typeface="Pretendard Variable SemiBold" panose="02000003000000020004" pitchFamily="2" charset="-127"/>
                          <a:cs typeface="Pretendard Variable SemiBold" panose="02000003000000020004" pitchFamily="2" charset="-127"/>
                        </a:rPr>
                        <a:t>-</a:t>
                      </a:r>
                      <a:r>
                        <a:rPr lang="ko-KR" altLang="en-US" sz="1000" b="1" i="0" kern="1200" dirty="0">
                          <a:ln>
                            <a:solidFill>
                              <a:srgbClr val="4472C4">
                                <a:alpha val="0"/>
                              </a:srgbClr>
                            </a:solidFill>
                          </a:ln>
                          <a:solidFill>
                            <a:srgbClr val="202946"/>
                          </a:solidFill>
                          <a:latin typeface="Pretendard Variable SemiBold" panose="02000003000000020004" pitchFamily="2" charset="-127"/>
                          <a:ea typeface="Pretendard Variable SemiBold" panose="02000003000000020004" pitchFamily="2" charset="-127"/>
                          <a:cs typeface="Pretendard Variable SemiBold" panose="02000003000000020004" pitchFamily="2" charset="-127"/>
                        </a:rPr>
                        <a:t> 평일 평균 수면시간 입력</a:t>
                      </a:r>
                      <a:endParaRPr lang="en-US" altLang="ko-KR" sz="1000" b="1" i="0" kern="1200" dirty="0">
                        <a:ln>
                          <a:solidFill>
                            <a:srgbClr val="4472C4">
                              <a:alpha val="0"/>
                            </a:srgbClr>
                          </a:solidFill>
                        </a:ln>
                        <a:solidFill>
                          <a:srgbClr val="202946"/>
                        </a:solidFill>
                        <a:latin typeface="Pretendard Variable SemiBold" panose="02000003000000020004" pitchFamily="2" charset="-127"/>
                        <a:ea typeface="Pretendard Variable SemiBold" panose="02000003000000020004" pitchFamily="2" charset="-127"/>
                        <a:cs typeface="Pretendard Variable SemiBold" panose="02000003000000020004" pitchFamily="2" charset="-127"/>
                      </a:endParaRPr>
                    </a:p>
                    <a:p>
                      <a:pPr algn="l" fontAlgn="ctr">
                        <a:buNone/>
                      </a:pPr>
                      <a:r>
                        <a:rPr lang="ko-KR" altLang="en-US" sz="1000" b="1" i="0" kern="1200" dirty="0">
                          <a:ln>
                            <a:solidFill>
                              <a:srgbClr val="4472C4">
                                <a:alpha val="0"/>
                              </a:srgbClr>
                            </a:solidFill>
                          </a:ln>
                          <a:solidFill>
                            <a:srgbClr val="202946"/>
                          </a:solidFill>
                          <a:latin typeface="Pretendard Variable SemiBold" panose="02000003000000020004" pitchFamily="2" charset="-127"/>
                          <a:ea typeface="Pretendard Variable SemiBold" panose="02000003000000020004" pitchFamily="2" charset="-127"/>
                          <a:cs typeface="Pretendard Variable SemiBold" panose="02000003000000020004" pitchFamily="2" charset="-127"/>
                        </a:rPr>
                        <a:t> </a:t>
                      </a:r>
                      <a:r>
                        <a:rPr lang="en-US" altLang="ko-KR" sz="1000" b="1" i="0" kern="1200" dirty="0">
                          <a:ln>
                            <a:solidFill>
                              <a:srgbClr val="4472C4">
                                <a:alpha val="0"/>
                              </a:srgbClr>
                            </a:solidFill>
                          </a:ln>
                          <a:solidFill>
                            <a:srgbClr val="202946"/>
                          </a:solidFill>
                          <a:latin typeface="Pretendard Variable SemiBold" panose="02000003000000020004" pitchFamily="2" charset="-127"/>
                          <a:ea typeface="Pretendard Variable SemiBold" panose="02000003000000020004" pitchFamily="2" charset="-127"/>
                          <a:cs typeface="Pretendard Variable SemiBold" panose="02000003000000020004" pitchFamily="2" charset="-127"/>
                        </a:rPr>
                        <a:t>-</a:t>
                      </a:r>
                      <a:r>
                        <a:rPr lang="ko-KR" altLang="en-US" sz="1000" b="1" i="0" kern="1200" dirty="0">
                          <a:ln>
                            <a:solidFill>
                              <a:srgbClr val="4472C4">
                                <a:alpha val="0"/>
                              </a:srgbClr>
                            </a:solidFill>
                          </a:ln>
                          <a:solidFill>
                            <a:srgbClr val="202946"/>
                          </a:solidFill>
                          <a:latin typeface="Pretendard Variable SemiBold" panose="02000003000000020004" pitchFamily="2" charset="-127"/>
                          <a:ea typeface="Pretendard Variable SemiBold" panose="02000003000000020004" pitchFamily="2" charset="-127"/>
                          <a:cs typeface="Pretendard Variable SemiBold" panose="02000003000000020004" pitchFamily="2" charset="-127"/>
                        </a:rPr>
                        <a:t> 숫자만 입력 가능</a:t>
                      </a:r>
                    </a:p>
                  </a:txBody>
                  <a:tcPr marL="4265" marR="4265" marT="426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765427849"/>
                  </a:ext>
                </a:extLst>
              </a:tr>
              <a:tr h="2000143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altLang="ko-KR" sz="1000" b="1" i="0" kern="1200" dirty="0">
                          <a:ln>
                            <a:solidFill>
                              <a:srgbClr val="4472C4">
                                <a:alpha val="0"/>
                              </a:srgbClr>
                            </a:solidFill>
                          </a:ln>
                          <a:solidFill>
                            <a:srgbClr val="202946"/>
                          </a:solidFill>
                          <a:latin typeface="Pretendard Variable SemiBold" panose="02000003000000020004" pitchFamily="2" charset="-127"/>
                          <a:ea typeface="Pretendard Variable SemiBold" panose="02000003000000020004" pitchFamily="2" charset="-127"/>
                          <a:cs typeface="Pretendard Variable SemiBold" panose="02000003000000020004" pitchFamily="2" charset="-127"/>
                        </a:rPr>
                        <a:t>6</a:t>
                      </a:r>
                      <a:endParaRPr lang="en-US" sz="1000" b="1" i="0" kern="1200" dirty="0">
                        <a:ln>
                          <a:solidFill>
                            <a:srgbClr val="4472C4">
                              <a:alpha val="0"/>
                            </a:srgbClr>
                          </a:solidFill>
                        </a:ln>
                        <a:solidFill>
                          <a:srgbClr val="202946"/>
                        </a:solidFill>
                        <a:latin typeface="Pretendard Variable SemiBold" panose="02000003000000020004" pitchFamily="2" charset="-127"/>
                        <a:ea typeface="Pretendard Variable SemiBold" panose="02000003000000020004" pitchFamily="2" charset="-127"/>
                        <a:cs typeface="Pretendard Variable SemiBold" panose="02000003000000020004" pitchFamily="2" charset="-127"/>
                      </a:endParaRPr>
                    </a:p>
                  </a:txBody>
                  <a:tcPr marL="4265" marR="4265" marT="4265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1" i="0" kern="1200" dirty="0">
                          <a:ln>
                            <a:solidFill>
                              <a:srgbClr val="4472C4">
                                <a:alpha val="0"/>
                              </a:srgbClr>
                            </a:solidFill>
                          </a:ln>
                          <a:solidFill>
                            <a:srgbClr val="202946"/>
                          </a:solidFill>
                          <a:latin typeface="Pretendard Variable SemiBold" panose="02000003000000020004" pitchFamily="2" charset="-127"/>
                          <a:ea typeface="Pretendard Variable SemiBold" panose="02000003000000020004" pitchFamily="2" charset="-127"/>
                          <a:cs typeface="Pretendard Variable SemiBold" panose="02000003000000020004" pitchFamily="2" charset="-127"/>
                        </a:rPr>
                        <a:t> 다음 버튼</a:t>
                      </a:r>
                      <a:endParaRPr lang="en-US" altLang="ko-KR" sz="1000" b="1" i="0" kern="1200" dirty="0">
                        <a:ln>
                          <a:solidFill>
                            <a:srgbClr val="4472C4">
                              <a:alpha val="0"/>
                            </a:srgbClr>
                          </a:solidFill>
                        </a:ln>
                        <a:solidFill>
                          <a:srgbClr val="202946"/>
                        </a:solidFill>
                        <a:latin typeface="Pretendard Variable SemiBold" panose="02000003000000020004" pitchFamily="2" charset="-127"/>
                        <a:ea typeface="Pretendard Variable SemiBold" panose="02000003000000020004" pitchFamily="2" charset="-127"/>
                        <a:cs typeface="Pretendard Variable SemiBold" panose="02000003000000020004" pitchFamily="2" charset="-127"/>
                      </a:endParaRPr>
                    </a:p>
                    <a:p>
                      <a:pPr algn="l" fontAlgn="ctr">
                        <a:buNone/>
                      </a:pPr>
                      <a:r>
                        <a:rPr lang="ko-KR" altLang="en-US" sz="1000" b="1" i="0" kern="1200" dirty="0">
                          <a:ln>
                            <a:solidFill>
                              <a:srgbClr val="4472C4">
                                <a:alpha val="0"/>
                              </a:srgbClr>
                            </a:solidFill>
                          </a:ln>
                          <a:solidFill>
                            <a:srgbClr val="202946"/>
                          </a:solidFill>
                          <a:latin typeface="Pretendard Variable SemiBold" panose="02000003000000020004" pitchFamily="2" charset="-127"/>
                          <a:ea typeface="Pretendard Variable SemiBold" panose="02000003000000020004" pitchFamily="2" charset="-127"/>
                          <a:cs typeface="Pretendard Variable SemiBold" panose="02000003000000020004" pitchFamily="2" charset="-127"/>
                        </a:rPr>
                        <a:t> </a:t>
                      </a:r>
                      <a:r>
                        <a:rPr lang="en-US" altLang="ko-KR" sz="1000" b="1" i="0" kern="1200" dirty="0">
                          <a:ln>
                            <a:solidFill>
                              <a:srgbClr val="4472C4">
                                <a:alpha val="0"/>
                              </a:srgbClr>
                            </a:solidFill>
                          </a:ln>
                          <a:solidFill>
                            <a:srgbClr val="202946"/>
                          </a:solidFill>
                          <a:latin typeface="Pretendard Variable SemiBold" panose="02000003000000020004" pitchFamily="2" charset="-127"/>
                          <a:ea typeface="Pretendard Variable SemiBold" panose="02000003000000020004" pitchFamily="2" charset="-127"/>
                          <a:cs typeface="Pretendard Variable SemiBold" panose="02000003000000020004" pitchFamily="2" charset="-127"/>
                        </a:rPr>
                        <a:t>-</a:t>
                      </a:r>
                      <a:r>
                        <a:rPr lang="ko-KR" altLang="en-US" sz="1000" b="1" i="0" kern="1200" dirty="0">
                          <a:ln>
                            <a:solidFill>
                              <a:srgbClr val="4472C4">
                                <a:alpha val="0"/>
                              </a:srgbClr>
                            </a:solidFill>
                          </a:ln>
                          <a:solidFill>
                            <a:srgbClr val="202946"/>
                          </a:solidFill>
                          <a:latin typeface="Pretendard Variable SemiBold" panose="02000003000000020004" pitchFamily="2" charset="-127"/>
                          <a:ea typeface="Pretendard Variable SemiBold" panose="02000003000000020004" pitchFamily="2" charset="-127"/>
                          <a:cs typeface="Pretendard Variable SemiBold" panose="02000003000000020004" pitchFamily="2" charset="-127"/>
                        </a:rPr>
                        <a:t> 모든 항목 입력 시 </a:t>
                      </a:r>
                      <a:r>
                        <a:rPr lang="en-US" altLang="ko-KR" sz="1000" b="1" i="0" kern="1200" dirty="0">
                          <a:ln>
                            <a:solidFill>
                              <a:srgbClr val="4472C4">
                                <a:alpha val="0"/>
                              </a:srgbClr>
                            </a:solidFill>
                          </a:ln>
                          <a:solidFill>
                            <a:srgbClr val="202946"/>
                          </a:solidFill>
                          <a:latin typeface="Pretendard Variable SemiBold" panose="02000003000000020004" pitchFamily="2" charset="-127"/>
                          <a:ea typeface="Pretendard Variable SemiBold" panose="02000003000000020004" pitchFamily="2" charset="-127"/>
                          <a:cs typeface="Pretendard Variable SemiBold" panose="02000003000000020004" pitchFamily="2" charset="-127"/>
                        </a:rPr>
                        <a:t>”</a:t>
                      </a:r>
                      <a:r>
                        <a:rPr lang="ko-KR" altLang="en-US" sz="1000" b="1" i="0" kern="1200" dirty="0">
                          <a:ln>
                            <a:solidFill>
                              <a:srgbClr val="4472C4">
                                <a:alpha val="0"/>
                              </a:srgbClr>
                            </a:solidFill>
                          </a:ln>
                          <a:solidFill>
                            <a:srgbClr val="202946"/>
                          </a:solidFill>
                          <a:latin typeface="Pretendard Variable SemiBold" panose="02000003000000020004" pitchFamily="2" charset="-127"/>
                          <a:ea typeface="Pretendard Variable SemiBold" panose="02000003000000020004" pitchFamily="2" charset="-127"/>
                          <a:cs typeface="Pretendard Variable SemiBold" panose="02000003000000020004" pitchFamily="2" charset="-127"/>
                        </a:rPr>
                        <a:t>다음</a:t>
                      </a:r>
                      <a:r>
                        <a:rPr lang="en-US" altLang="ko-KR" sz="1000" b="1" i="0" kern="1200" dirty="0">
                          <a:ln>
                            <a:solidFill>
                              <a:srgbClr val="4472C4">
                                <a:alpha val="0"/>
                              </a:srgbClr>
                            </a:solidFill>
                          </a:ln>
                          <a:solidFill>
                            <a:srgbClr val="202946"/>
                          </a:solidFill>
                          <a:latin typeface="Pretendard Variable SemiBold" panose="02000003000000020004" pitchFamily="2" charset="-127"/>
                          <a:ea typeface="Pretendard Variable SemiBold" panose="02000003000000020004" pitchFamily="2" charset="-127"/>
                          <a:cs typeface="Pretendard Variable SemiBold" panose="02000003000000020004" pitchFamily="2" charset="-127"/>
                        </a:rPr>
                        <a:t>”</a:t>
                      </a:r>
                      <a:r>
                        <a:rPr lang="ko-KR" altLang="en-US" sz="1000" b="1" i="0" kern="1200" dirty="0">
                          <a:ln>
                            <a:solidFill>
                              <a:srgbClr val="4472C4">
                                <a:alpha val="0"/>
                              </a:srgbClr>
                            </a:solidFill>
                          </a:ln>
                          <a:solidFill>
                            <a:srgbClr val="202946"/>
                          </a:solidFill>
                          <a:latin typeface="Pretendard Variable SemiBold" panose="02000003000000020004" pitchFamily="2" charset="-127"/>
                          <a:ea typeface="Pretendard Variable SemiBold" panose="02000003000000020004" pitchFamily="2" charset="-127"/>
                          <a:cs typeface="Pretendard Variable SemiBold" panose="02000003000000020004" pitchFamily="2" charset="-127"/>
                        </a:rPr>
                        <a:t>버튼 활성화</a:t>
                      </a:r>
                      <a:endParaRPr lang="en-US" altLang="ko-KR" sz="1000" b="1" i="0" kern="1200" dirty="0">
                        <a:ln>
                          <a:solidFill>
                            <a:srgbClr val="4472C4">
                              <a:alpha val="0"/>
                            </a:srgbClr>
                          </a:solidFill>
                        </a:ln>
                        <a:solidFill>
                          <a:srgbClr val="202946"/>
                        </a:solidFill>
                        <a:latin typeface="Pretendard Variable SemiBold" panose="02000003000000020004" pitchFamily="2" charset="-127"/>
                        <a:ea typeface="Pretendard Variable SemiBold" panose="02000003000000020004" pitchFamily="2" charset="-127"/>
                        <a:cs typeface="Pretendard Variable SemiBold" panose="02000003000000020004" pitchFamily="2" charset="-127"/>
                      </a:endParaRPr>
                    </a:p>
                  </a:txBody>
                  <a:tcPr marL="4265" marR="4265" marT="426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920587223"/>
                  </a:ext>
                </a:extLst>
              </a:tr>
            </a:tbl>
          </a:graphicData>
        </a:graphic>
      </p:graphicFrame>
      <p:pic>
        <p:nvPicPr>
          <p:cNvPr id="2" name="그림 1">
            <a:extLst>
              <a:ext uri="{FF2B5EF4-FFF2-40B4-BE49-F238E27FC236}">
                <a16:creationId xmlns:a16="http://schemas.microsoft.com/office/drawing/2014/main" id="{E75ADA35-5C00-8486-B56D-90DB3F87A727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75874" y="1504749"/>
            <a:ext cx="7772400" cy="4228716"/>
          </a:xfrm>
          <a:prstGeom prst="rect">
            <a:avLst/>
          </a:prstGeom>
        </p:spPr>
      </p:pic>
      <p:sp>
        <p:nvSpPr>
          <p:cNvPr id="29" name="타원 28">
            <a:extLst>
              <a:ext uri="{FF2B5EF4-FFF2-40B4-BE49-F238E27FC236}">
                <a16:creationId xmlns:a16="http://schemas.microsoft.com/office/drawing/2014/main" id="{AD02541B-B2F3-2FD5-C94D-D350585A3266}"/>
              </a:ext>
            </a:extLst>
          </p:cNvPr>
          <p:cNvSpPr/>
          <p:nvPr/>
        </p:nvSpPr>
        <p:spPr>
          <a:xfrm>
            <a:off x="66495" y="4241610"/>
            <a:ext cx="322673" cy="322673"/>
          </a:xfrm>
          <a:prstGeom prst="ellipse">
            <a:avLst/>
          </a:prstGeom>
          <a:solidFill>
            <a:srgbClr val="FFC0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b="1" dirty="0">
                <a:solidFill>
                  <a:schemeClr val="bg1"/>
                </a:solidFill>
                <a:latin typeface="Pretendard Variable Black" panose="02000003000000020004" pitchFamily="2" charset="-127"/>
                <a:ea typeface="Pretendard Variable Black" panose="02000003000000020004" pitchFamily="2" charset="-127"/>
                <a:cs typeface="Pretendard Variable Black" panose="02000003000000020004" pitchFamily="2" charset="-127"/>
              </a:rPr>
              <a:t>5</a:t>
            </a:r>
            <a:endParaRPr lang="ko-KR" altLang="en-US" b="1" dirty="0">
              <a:solidFill>
                <a:schemeClr val="bg1"/>
              </a:solidFill>
              <a:latin typeface="Pretendard Variable Black" panose="02000003000000020004" pitchFamily="2" charset="-127"/>
              <a:ea typeface="Pretendard Variable Black" panose="02000003000000020004" pitchFamily="2" charset="-127"/>
              <a:cs typeface="Pretendard Variable Black" panose="02000003000000020004" pitchFamily="2" charset="-127"/>
            </a:endParaRPr>
          </a:p>
        </p:txBody>
      </p:sp>
      <p:sp>
        <p:nvSpPr>
          <p:cNvPr id="30" name="타원 29">
            <a:extLst>
              <a:ext uri="{FF2B5EF4-FFF2-40B4-BE49-F238E27FC236}">
                <a16:creationId xmlns:a16="http://schemas.microsoft.com/office/drawing/2014/main" id="{BF456148-3D68-39C5-74BF-262F0F735DA9}"/>
              </a:ext>
            </a:extLst>
          </p:cNvPr>
          <p:cNvSpPr/>
          <p:nvPr/>
        </p:nvSpPr>
        <p:spPr>
          <a:xfrm>
            <a:off x="66495" y="5001050"/>
            <a:ext cx="322673" cy="322673"/>
          </a:xfrm>
          <a:prstGeom prst="ellipse">
            <a:avLst/>
          </a:prstGeom>
          <a:solidFill>
            <a:srgbClr val="FFC0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b="1" dirty="0">
                <a:solidFill>
                  <a:schemeClr val="bg1"/>
                </a:solidFill>
                <a:latin typeface="Pretendard Variable Black" panose="02000003000000020004" pitchFamily="2" charset="-127"/>
                <a:ea typeface="Pretendard Variable Black" panose="02000003000000020004" pitchFamily="2" charset="-127"/>
                <a:cs typeface="Pretendard Variable Black" panose="02000003000000020004" pitchFamily="2" charset="-127"/>
              </a:rPr>
              <a:t>6</a:t>
            </a:r>
            <a:endParaRPr lang="ko-KR" altLang="en-US" b="1" dirty="0">
              <a:solidFill>
                <a:schemeClr val="bg1"/>
              </a:solidFill>
              <a:latin typeface="Pretendard Variable Black" panose="02000003000000020004" pitchFamily="2" charset="-127"/>
              <a:ea typeface="Pretendard Variable Black" panose="02000003000000020004" pitchFamily="2" charset="-127"/>
              <a:cs typeface="Pretendard Variable Black" panose="02000003000000020004" pitchFamily="2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1359408120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7B6D8A2-4D5A-BC51-9704-480DF61FF55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그림 4">
            <a:extLst>
              <a:ext uri="{FF2B5EF4-FFF2-40B4-BE49-F238E27FC236}">
                <a16:creationId xmlns:a16="http://schemas.microsoft.com/office/drawing/2014/main" id="{1ADFD69A-EDB0-4CB1-239F-2ACB949AEFA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-1" y="0"/>
            <a:ext cx="12192001" cy="6861745"/>
          </a:xfrm>
          <a:prstGeom prst="rect">
            <a:avLst/>
          </a:prstGeom>
        </p:spPr>
      </p:pic>
      <p:sp>
        <p:nvSpPr>
          <p:cNvPr id="10" name="모서리가 둥근 직사각형 9">
            <a:extLst>
              <a:ext uri="{FF2B5EF4-FFF2-40B4-BE49-F238E27FC236}">
                <a16:creationId xmlns:a16="http://schemas.microsoft.com/office/drawing/2014/main" id="{19842418-5E2C-1081-EAA7-352AB48677CA}"/>
              </a:ext>
            </a:extLst>
          </p:cNvPr>
          <p:cNvSpPr/>
          <p:nvPr/>
        </p:nvSpPr>
        <p:spPr>
          <a:xfrm flipH="1">
            <a:off x="375874" y="407856"/>
            <a:ext cx="45719" cy="641829"/>
          </a:xfrm>
          <a:prstGeom prst="roundRect">
            <a:avLst/>
          </a:prstGeom>
          <a:solidFill>
            <a:srgbClr val="20307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ko-KR" altLang="en-US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E02F30EE-5795-7D75-3AD2-7DE7E8AD9C11}"/>
              </a:ext>
            </a:extLst>
          </p:cNvPr>
          <p:cNvSpPr txBox="1"/>
          <p:nvPr/>
        </p:nvSpPr>
        <p:spPr>
          <a:xfrm>
            <a:off x="519779" y="358229"/>
            <a:ext cx="9823121" cy="73866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2600" b="1" dirty="0">
                <a:solidFill>
                  <a:srgbClr val="202946"/>
                </a:solidFill>
                <a:effectLst/>
                <a:latin typeface="Pretendard Variable ExtraBold" panose="02000003000000020004" pitchFamily="2" charset="-127"/>
                <a:ea typeface="Pretendard Variable ExtraBold" panose="02000003000000020004" pitchFamily="2" charset="-127"/>
                <a:cs typeface="Pretendard Variable ExtraBold" panose="02000003000000020004" pitchFamily="2" charset="-127"/>
              </a:rPr>
              <a:t>화면 설계서</a:t>
            </a:r>
            <a:endParaRPr lang="en-US" altLang="ko-KR" sz="2600" b="1" dirty="0">
              <a:solidFill>
                <a:srgbClr val="202946"/>
              </a:solidFill>
              <a:effectLst/>
              <a:latin typeface="Pretendard Variable ExtraBold" panose="02000003000000020004" pitchFamily="2" charset="-127"/>
              <a:ea typeface="Pretendard Variable ExtraBold" panose="02000003000000020004" pitchFamily="2" charset="-127"/>
              <a:cs typeface="Pretendard Variable ExtraBold" panose="02000003000000020004" pitchFamily="2" charset="-127"/>
            </a:endParaRPr>
          </a:p>
          <a:p>
            <a:r>
              <a:rPr lang="ko-KR" altLang="en-US" sz="1600" dirty="0">
                <a:solidFill>
                  <a:srgbClr val="4D5F8F"/>
                </a:solidFill>
                <a:latin typeface="Pretendard Variable SemiBold" panose="02000003000000020004" pitchFamily="2" charset="-127"/>
                <a:ea typeface="Pretendard Variable SemiBold" panose="02000003000000020004" pitchFamily="2" charset="-127"/>
                <a:cs typeface="Pretendard Variable SemiBold" panose="02000003000000020004" pitchFamily="2" charset="-127"/>
              </a:rPr>
              <a:t>영양소 정보 입력 화면</a:t>
            </a:r>
            <a:endParaRPr lang="ko-KR" altLang="en-US" sz="1600" dirty="0">
              <a:solidFill>
                <a:srgbClr val="4D5F8F"/>
              </a:solidFill>
              <a:effectLst/>
              <a:latin typeface="Pretendard Variable SemiBold" panose="02000003000000020004" pitchFamily="2" charset="-127"/>
              <a:ea typeface="Pretendard Variable SemiBold" panose="02000003000000020004" pitchFamily="2" charset="-127"/>
              <a:cs typeface="Pretendard Variable SemiBold" panose="02000003000000020004" pitchFamily="2" charset="-127"/>
            </a:endParaRPr>
          </a:p>
        </p:txBody>
      </p:sp>
      <p:graphicFrame>
        <p:nvGraphicFramePr>
          <p:cNvPr id="4" name="표 3">
            <a:extLst>
              <a:ext uri="{FF2B5EF4-FFF2-40B4-BE49-F238E27FC236}">
                <a16:creationId xmlns:a16="http://schemas.microsoft.com/office/drawing/2014/main" id="{532F849B-839A-76FC-33ED-91F36855131E}"/>
              </a:ext>
            </a:extLst>
          </p:cNvPr>
          <p:cNvGraphicFramePr>
            <a:graphicFrameLocks noGrp="1"/>
          </p:cNvGraphicFramePr>
          <p:nvPr/>
        </p:nvGraphicFramePr>
        <p:xfrm>
          <a:off x="8463343" y="1508493"/>
          <a:ext cx="3464569" cy="4233186"/>
        </p:xfrm>
        <a:graphic>
          <a:graphicData uri="http://schemas.openxmlformats.org/drawingml/2006/table">
            <a:tbl>
              <a:tblPr>
                <a:solidFill>
                  <a:srgbClr val="D9E2F0"/>
                </a:solidFill>
                <a:tableStyleId>{073A0DAA-6AF3-43AB-8588-CEC1D06C72B9}</a:tableStyleId>
              </a:tblPr>
              <a:tblGrid>
                <a:gridCol w="640007">
                  <a:extLst>
                    <a:ext uri="{9D8B030D-6E8A-4147-A177-3AD203B41FA5}">
                      <a16:colId xmlns:a16="http://schemas.microsoft.com/office/drawing/2014/main" val="3609243270"/>
                    </a:ext>
                  </a:extLst>
                </a:gridCol>
                <a:gridCol w="2824562">
                  <a:extLst>
                    <a:ext uri="{9D8B030D-6E8A-4147-A177-3AD203B41FA5}">
                      <a16:colId xmlns:a16="http://schemas.microsoft.com/office/drawing/2014/main" val="3085350586"/>
                    </a:ext>
                  </a:extLst>
                </a:gridCol>
              </a:tblGrid>
              <a:tr h="232581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kern="1200" dirty="0">
                          <a:ln>
                            <a:solidFill>
                              <a:srgbClr val="4472C4">
                                <a:alpha val="0"/>
                              </a:srgbClr>
                            </a:solidFill>
                          </a:ln>
                          <a:solidFill>
                            <a:srgbClr val="202946"/>
                          </a:solidFill>
                          <a:latin typeface="Pretendard Variable SemiBold" panose="02000003000000020004" pitchFamily="2" charset="-127"/>
                          <a:ea typeface="Pretendard Variable SemiBold" panose="02000003000000020004" pitchFamily="2" charset="-127"/>
                          <a:cs typeface="Pretendard Variable SemiBold" panose="02000003000000020004" pitchFamily="2" charset="-127"/>
                        </a:rPr>
                        <a:t>구분</a:t>
                      </a:r>
                    </a:p>
                  </a:txBody>
                  <a:tcPr marL="4265" marR="4265" marT="4265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kern="1200" dirty="0">
                          <a:ln>
                            <a:solidFill>
                              <a:srgbClr val="4472C4">
                                <a:alpha val="0"/>
                              </a:srgbClr>
                            </a:solidFill>
                          </a:ln>
                          <a:solidFill>
                            <a:srgbClr val="202946"/>
                          </a:solidFill>
                          <a:latin typeface="Pretendard Variable SemiBold" panose="02000003000000020004" pitchFamily="2" charset="-127"/>
                          <a:ea typeface="Pretendard Variable SemiBold" panose="02000003000000020004" pitchFamily="2" charset="-127"/>
                          <a:cs typeface="Pretendard Variable SemiBold" panose="02000003000000020004" pitchFamily="2" charset="-127"/>
                        </a:rPr>
                        <a:t>내용</a:t>
                      </a:r>
                    </a:p>
                  </a:txBody>
                  <a:tcPr marL="4265" marR="4265" marT="426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213331099"/>
                  </a:ext>
                </a:extLst>
              </a:tr>
              <a:tr h="1333535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altLang="ko-KR" sz="1000" b="1" i="0" kern="1200" dirty="0">
                          <a:ln>
                            <a:solidFill>
                              <a:srgbClr val="4472C4">
                                <a:alpha val="0"/>
                              </a:srgbClr>
                            </a:solidFill>
                          </a:ln>
                          <a:solidFill>
                            <a:srgbClr val="202946"/>
                          </a:solidFill>
                          <a:latin typeface="Pretendard Variable SemiBold" panose="02000003000000020004" pitchFamily="2" charset="-127"/>
                          <a:ea typeface="Pretendard Variable SemiBold" panose="02000003000000020004" pitchFamily="2" charset="-127"/>
                          <a:cs typeface="Pretendard Variable SemiBold" panose="02000003000000020004" pitchFamily="2" charset="-127"/>
                        </a:rPr>
                        <a:t>1</a:t>
                      </a:r>
                      <a:endParaRPr lang="ko-KR" altLang="en-US" sz="1000" b="1" i="0" kern="1200" dirty="0">
                        <a:ln>
                          <a:solidFill>
                            <a:srgbClr val="4472C4">
                              <a:alpha val="0"/>
                            </a:srgbClr>
                          </a:solidFill>
                        </a:ln>
                        <a:solidFill>
                          <a:srgbClr val="202946"/>
                        </a:solidFill>
                        <a:latin typeface="Pretendard Variable SemiBold" panose="02000003000000020004" pitchFamily="2" charset="-127"/>
                        <a:ea typeface="Pretendard Variable SemiBold" panose="02000003000000020004" pitchFamily="2" charset="-127"/>
                        <a:cs typeface="Pretendard Variable SemiBold" panose="02000003000000020004" pitchFamily="2" charset="-127"/>
                      </a:endParaRPr>
                    </a:p>
                  </a:txBody>
                  <a:tcPr marL="4265" marR="4265" marT="4265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1" i="0" kern="1200" dirty="0">
                          <a:ln>
                            <a:solidFill>
                              <a:srgbClr val="4472C4">
                                <a:alpha val="0"/>
                              </a:srgbClr>
                            </a:solidFill>
                          </a:ln>
                          <a:solidFill>
                            <a:srgbClr val="202946"/>
                          </a:solidFill>
                          <a:latin typeface="Pretendard Variable SemiBold" panose="02000003000000020004" pitchFamily="2" charset="-127"/>
                          <a:ea typeface="Pretendard Variable SemiBold" panose="02000003000000020004" pitchFamily="2" charset="-127"/>
                          <a:cs typeface="Pretendard Variable SemiBold" panose="02000003000000020004" pitchFamily="2" charset="-127"/>
                        </a:rPr>
                        <a:t> 칼로리</a:t>
                      </a:r>
                      <a:endParaRPr lang="en-US" altLang="ko-KR" sz="1000" b="1" i="0" kern="1200" dirty="0">
                        <a:ln>
                          <a:solidFill>
                            <a:srgbClr val="4472C4">
                              <a:alpha val="0"/>
                            </a:srgbClr>
                          </a:solidFill>
                        </a:ln>
                        <a:solidFill>
                          <a:srgbClr val="202946"/>
                        </a:solidFill>
                        <a:latin typeface="Pretendard Variable SemiBold" panose="02000003000000020004" pitchFamily="2" charset="-127"/>
                        <a:ea typeface="Pretendard Variable SemiBold" panose="02000003000000020004" pitchFamily="2" charset="-127"/>
                        <a:cs typeface="Pretendard Variable SemiBold" panose="02000003000000020004" pitchFamily="2" charset="-127"/>
                      </a:endParaRPr>
                    </a:p>
                    <a:p>
                      <a:pPr algn="l" fontAlgn="ctr">
                        <a:buNone/>
                      </a:pPr>
                      <a:r>
                        <a:rPr lang="ko-KR" altLang="en-US" sz="1000" b="1" i="0" kern="1200" dirty="0">
                          <a:ln>
                            <a:solidFill>
                              <a:srgbClr val="4472C4">
                                <a:alpha val="0"/>
                              </a:srgbClr>
                            </a:solidFill>
                          </a:ln>
                          <a:solidFill>
                            <a:srgbClr val="202946"/>
                          </a:solidFill>
                          <a:latin typeface="Pretendard Variable SemiBold" panose="02000003000000020004" pitchFamily="2" charset="-127"/>
                          <a:ea typeface="Pretendard Variable SemiBold" panose="02000003000000020004" pitchFamily="2" charset="-127"/>
                          <a:cs typeface="Pretendard Variable SemiBold" panose="02000003000000020004" pitchFamily="2" charset="-127"/>
                        </a:rPr>
                        <a:t> </a:t>
                      </a:r>
                      <a:r>
                        <a:rPr lang="en-US" altLang="ko-KR" sz="1000" b="1" i="0" kern="1200" dirty="0">
                          <a:ln>
                            <a:solidFill>
                              <a:srgbClr val="4472C4">
                                <a:alpha val="0"/>
                              </a:srgbClr>
                            </a:solidFill>
                          </a:ln>
                          <a:solidFill>
                            <a:srgbClr val="202946"/>
                          </a:solidFill>
                          <a:latin typeface="Pretendard Variable SemiBold" panose="02000003000000020004" pitchFamily="2" charset="-127"/>
                          <a:ea typeface="Pretendard Variable SemiBold" panose="02000003000000020004" pitchFamily="2" charset="-127"/>
                          <a:cs typeface="Pretendard Variable SemiBold" panose="02000003000000020004" pitchFamily="2" charset="-127"/>
                        </a:rPr>
                        <a:t>-</a:t>
                      </a:r>
                      <a:r>
                        <a:rPr lang="ko-KR" altLang="en-US" sz="1000" b="1" i="0" kern="1200" dirty="0">
                          <a:ln>
                            <a:solidFill>
                              <a:srgbClr val="4472C4">
                                <a:alpha val="0"/>
                              </a:srgbClr>
                            </a:solidFill>
                          </a:ln>
                          <a:solidFill>
                            <a:srgbClr val="202946"/>
                          </a:solidFill>
                          <a:latin typeface="Pretendard Variable SemiBold" panose="02000003000000020004" pitchFamily="2" charset="-127"/>
                          <a:ea typeface="Pretendard Variable SemiBold" panose="02000003000000020004" pitchFamily="2" charset="-127"/>
                          <a:cs typeface="Pretendard Variable SemiBold" panose="02000003000000020004" pitchFamily="2" charset="-127"/>
                        </a:rPr>
                        <a:t> 총 칼로리 입력</a:t>
                      </a:r>
                      <a:r>
                        <a:rPr lang="en-US" altLang="ko-KR" sz="1000" b="1" i="0" kern="1200" dirty="0">
                          <a:ln>
                            <a:solidFill>
                              <a:srgbClr val="4472C4">
                                <a:alpha val="0"/>
                              </a:srgbClr>
                            </a:solidFill>
                          </a:ln>
                          <a:solidFill>
                            <a:srgbClr val="202946"/>
                          </a:solidFill>
                          <a:latin typeface="Pretendard Variable SemiBold" panose="02000003000000020004" pitchFamily="2" charset="-127"/>
                          <a:ea typeface="Pretendard Variable SemiBold" panose="02000003000000020004" pitchFamily="2" charset="-127"/>
                          <a:cs typeface="Pretendard Variable SemiBold" panose="02000003000000020004" pitchFamily="2" charset="-127"/>
                        </a:rPr>
                        <a:t>(</a:t>
                      </a:r>
                      <a:r>
                        <a:rPr lang="ko-KR" altLang="en-US" sz="1000" b="1" i="0" kern="1200" dirty="0">
                          <a:ln>
                            <a:solidFill>
                              <a:srgbClr val="4472C4">
                                <a:alpha val="0"/>
                              </a:srgbClr>
                            </a:solidFill>
                          </a:ln>
                          <a:solidFill>
                            <a:srgbClr val="202946"/>
                          </a:solidFill>
                          <a:latin typeface="Pretendard Variable SemiBold" panose="02000003000000020004" pitchFamily="2" charset="-127"/>
                          <a:ea typeface="Pretendard Variable SemiBold" panose="02000003000000020004" pitchFamily="2" charset="-127"/>
                          <a:cs typeface="Pretendard Variable SemiBold" panose="02000003000000020004" pitchFamily="2" charset="-127"/>
                        </a:rPr>
                        <a:t>숫자만 입력</a:t>
                      </a:r>
                      <a:r>
                        <a:rPr lang="en-US" altLang="ko-KR" sz="1000" b="1" i="0" kern="1200" dirty="0">
                          <a:ln>
                            <a:solidFill>
                              <a:srgbClr val="4472C4">
                                <a:alpha val="0"/>
                              </a:srgbClr>
                            </a:solidFill>
                          </a:ln>
                          <a:solidFill>
                            <a:srgbClr val="202946"/>
                          </a:solidFill>
                          <a:latin typeface="Pretendard Variable SemiBold" panose="02000003000000020004" pitchFamily="2" charset="-127"/>
                          <a:ea typeface="Pretendard Variable SemiBold" panose="02000003000000020004" pitchFamily="2" charset="-127"/>
                          <a:cs typeface="Pretendard Variable SemiBold" panose="02000003000000020004" pitchFamily="2" charset="-127"/>
                        </a:rPr>
                        <a:t>)</a:t>
                      </a:r>
                      <a:endParaRPr lang="ko-KR" altLang="en-US" sz="1000" b="1" i="0" kern="1200" dirty="0">
                        <a:ln>
                          <a:solidFill>
                            <a:srgbClr val="4472C4">
                              <a:alpha val="0"/>
                            </a:srgbClr>
                          </a:solidFill>
                        </a:ln>
                        <a:solidFill>
                          <a:srgbClr val="202946"/>
                        </a:solidFill>
                        <a:latin typeface="Pretendard Variable SemiBold" panose="02000003000000020004" pitchFamily="2" charset="-127"/>
                        <a:ea typeface="Pretendard Variable SemiBold" panose="02000003000000020004" pitchFamily="2" charset="-127"/>
                        <a:cs typeface="Pretendard Variable SemiBold" panose="02000003000000020004" pitchFamily="2" charset="-127"/>
                      </a:endParaRPr>
                    </a:p>
                  </a:txBody>
                  <a:tcPr marL="4265" marR="4265" marT="426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765427849"/>
                  </a:ext>
                </a:extLst>
              </a:tr>
              <a:tr h="1333535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altLang="ko-KR" sz="1000" b="1" i="0" kern="1200" dirty="0">
                          <a:ln>
                            <a:solidFill>
                              <a:srgbClr val="4472C4">
                                <a:alpha val="0"/>
                              </a:srgbClr>
                            </a:solidFill>
                          </a:ln>
                          <a:solidFill>
                            <a:srgbClr val="202946"/>
                          </a:solidFill>
                          <a:latin typeface="Pretendard Variable SemiBold" panose="02000003000000020004" pitchFamily="2" charset="-127"/>
                          <a:ea typeface="Pretendard Variable SemiBold" panose="02000003000000020004" pitchFamily="2" charset="-127"/>
                          <a:cs typeface="Pretendard Variable SemiBold" panose="02000003000000020004" pitchFamily="2" charset="-127"/>
                        </a:rPr>
                        <a:t>2</a:t>
                      </a:r>
                      <a:endParaRPr lang="en-US" sz="1000" b="1" i="0" kern="1200" dirty="0">
                        <a:ln>
                          <a:solidFill>
                            <a:srgbClr val="4472C4">
                              <a:alpha val="0"/>
                            </a:srgbClr>
                          </a:solidFill>
                        </a:ln>
                        <a:solidFill>
                          <a:srgbClr val="202946"/>
                        </a:solidFill>
                        <a:latin typeface="Pretendard Variable SemiBold" panose="02000003000000020004" pitchFamily="2" charset="-127"/>
                        <a:ea typeface="Pretendard Variable SemiBold" panose="02000003000000020004" pitchFamily="2" charset="-127"/>
                        <a:cs typeface="Pretendard Variable SemiBold" panose="02000003000000020004" pitchFamily="2" charset="-127"/>
                      </a:endParaRPr>
                    </a:p>
                  </a:txBody>
                  <a:tcPr marL="4265" marR="4265" marT="4265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1" i="0" kern="1200" dirty="0">
                          <a:ln>
                            <a:solidFill>
                              <a:srgbClr val="4472C4">
                                <a:alpha val="0"/>
                              </a:srgbClr>
                            </a:solidFill>
                          </a:ln>
                          <a:solidFill>
                            <a:srgbClr val="202946"/>
                          </a:solidFill>
                          <a:latin typeface="Pretendard Variable SemiBold" panose="02000003000000020004" pitchFamily="2" charset="-127"/>
                          <a:ea typeface="Pretendard Variable SemiBold" panose="02000003000000020004" pitchFamily="2" charset="-127"/>
                          <a:cs typeface="Pretendard Variable SemiBold" panose="02000003000000020004" pitchFamily="2" charset="-127"/>
                        </a:rPr>
                        <a:t> 영양소</a:t>
                      </a:r>
                      <a:endParaRPr lang="en-US" altLang="ko-KR" sz="1000" b="1" i="0" kern="1200" dirty="0">
                        <a:ln>
                          <a:solidFill>
                            <a:srgbClr val="4472C4">
                              <a:alpha val="0"/>
                            </a:srgbClr>
                          </a:solidFill>
                        </a:ln>
                        <a:solidFill>
                          <a:srgbClr val="202946"/>
                        </a:solidFill>
                        <a:latin typeface="Pretendard Variable SemiBold" panose="02000003000000020004" pitchFamily="2" charset="-127"/>
                        <a:ea typeface="Pretendard Variable SemiBold" panose="02000003000000020004" pitchFamily="2" charset="-127"/>
                        <a:cs typeface="Pretendard Variable SemiBold" panose="02000003000000020004" pitchFamily="2" charset="-127"/>
                      </a:endParaRPr>
                    </a:p>
                    <a:p>
                      <a:pPr algn="l" fontAlgn="ctr">
                        <a:buNone/>
                      </a:pPr>
                      <a:r>
                        <a:rPr lang="ko-KR" altLang="en-US" sz="1000" b="1" i="0" kern="1200" dirty="0">
                          <a:ln>
                            <a:solidFill>
                              <a:srgbClr val="4472C4">
                                <a:alpha val="0"/>
                              </a:srgbClr>
                            </a:solidFill>
                          </a:ln>
                          <a:solidFill>
                            <a:srgbClr val="202946"/>
                          </a:solidFill>
                          <a:latin typeface="Pretendard Variable SemiBold" panose="02000003000000020004" pitchFamily="2" charset="-127"/>
                          <a:ea typeface="Pretendard Variable SemiBold" panose="02000003000000020004" pitchFamily="2" charset="-127"/>
                          <a:cs typeface="Pretendard Variable SemiBold" panose="02000003000000020004" pitchFamily="2" charset="-127"/>
                        </a:rPr>
                        <a:t> </a:t>
                      </a:r>
                      <a:r>
                        <a:rPr lang="en-US" altLang="ko-KR" sz="1000" b="1" i="0" kern="1200" dirty="0">
                          <a:ln>
                            <a:solidFill>
                              <a:srgbClr val="4472C4">
                                <a:alpha val="0"/>
                              </a:srgbClr>
                            </a:solidFill>
                          </a:ln>
                          <a:solidFill>
                            <a:srgbClr val="202946"/>
                          </a:solidFill>
                          <a:latin typeface="Pretendard Variable SemiBold" panose="02000003000000020004" pitchFamily="2" charset="-127"/>
                          <a:ea typeface="Pretendard Variable SemiBold" panose="02000003000000020004" pitchFamily="2" charset="-127"/>
                          <a:cs typeface="Pretendard Variable SemiBold" panose="02000003000000020004" pitchFamily="2" charset="-127"/>
                        </a:rPr>
                        <a:t>-</a:t>
                      </a:r>
                      <a:r>
                        <a:rPr lang="ko-KR" altLang="en-US" sz="1000" b="1" i="0" kern="1200" dirty="0">
                          <a:ln>
                            <a:solidFill>
                              <a:srgbClr val="4472C4">
                                <a:alpha val="0"/>
                              </a:srgbClr>
                            </a:solidFill>
                          </a:ln>
                          <a:solidFill>
                            <a:srgbClr val="202946"/>
                          </a:solidFill>
                          <a:latin typeface="Pretendard Variable SemiBold" panose="02000003000000020004" pitchFamily="2" charset="-127"/>
                          <a:ea typeface="Pretendard Variable SemiBold" panose="02000003000000020004" pitchFamily="2" charset="-127"/>
                          <a:cs typeface="Pretendard Variable SemiBold" panose="02000003000000020004" pitchFamily="2" charset="-127"/>
                        </a:rPr>
                        <a:t> 섭취한 영양소 정보 입력</a:t>
                      </a:r>
                      <a:endParaRPr lang="en-US" altLang="ko-KR" sz="1000" b="1" i="0" kern="1200" dirty="0">
                        <a:ln>
                          <a:solidFill>
                            <a:srgbClr val="4472C4">
                              <a:alpha val="0"/>
                            </a:srgbClr>
                          </a:solidFill>
                        </a:ln>
                        <a:solidFill>
                          <a:srgbClr val="202946"/>
                        </a:solidFill>
                        <a:latin typeface="Pretendard Variable SemiBold" panose="02000003000000020004" pitchFamily="2" charset="-127"/>
                        <a:ea typeface="Pretendard Variable SemiBold" panose="02000003000000020004" pitchFamily="2" charset="-127"/>
                        <a:cs typeface="Pretendard Variable SemiBold" panose="02000003000000020004" pitchFamily="2" charset="-127"/>
                      </a:endParaRPr>
                    </a:p>
                    <a:p>
                      <a:pPr algn="l" fontAlgn="ctr">
                        <a:buNone/>
                      </a:pPr>
                      <a:endParaRPr lang="en-US" altLang="ko-KR" sz="1000" b="1" i="0" kern="1200" dirty="0">
                        <a:ln>
                          <a:solidFill>
                            <a:srgbClr val="4472C4">
                              <a:alpha val="0"/>
                            </a:srgbClr>
                          </a:solidFill>
                        </a:ln>
                        <a:solidFill>
                          <a:srgbClr val="202946"/>
                        </a:solidFill>
                        <a:latin typeface="Pretendard Variable SemiBold" panose="02000003000000020004" pitchFamily="2" charset="-127"/>
                        <a:ea typeface="Pretendard Variable SemiBold" panose="02000003000000020004" pitchFamily="2" charset="-127"/>
                        <a:cs typeface="Pretendard Variable SemiBold" panose="02000003000000020004" pitchFamily="2" charset="-127"/>
                      </a:endParaRPr>
                    </a:p>
                  </a:txBody>
                  <a:tcPr marL="4265" marR="4265" marT="426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105245529"/>
                  </a:ext>
                </a:extLst>
              </a:tr>
              <a:tr h="1333535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altLang="ko-KR" sz="1000" b="1" i="0" kern="1200" dirty="0">
                          <a:ln>
                            <a:solidFill>
                              <a:srgbClr val="4472C4">
                                <a:alpha val="0"/>
                              </a:srgbClr>
                            </a:solidFill>
                          </a:ln>
                          <a:solidFill>
                            <a:srgbClr val="202946"/>
                          </a:solidFill>
                          <a:latin typeface="Pretendard Variable SemiBold" panose="02000003000000020004" pitchFamily="2" charset="-127"/>
                          <a:ea typeface="Pretendard Variable SemiBold" panose="02000003000000020004" pitchFamily="2" charset="-127"/>
                          <a:cs typeface="Pretendard Variable SemiBold" panose="02000003000000020004" pitchFamily="2" charset="-127"/>
                        </a:rPr>
                        <a:t>3</a:t>
                      </a:r>
                      <a:endParaRPr lang="en-US" sz="1000" b="1" i="0" kern="1200" dirty="0">
                        <a:ln>
                          <a:solidFill>
                            <a:srgbClr val="4472C4">
                              <a:alpha val="0"/>
                            </a:srgbClr>
                          </a:solidFill>
                        </a:ln>
                        <a:solidFill>
                          <a:srgbClr val="202946"/>
                        </a:solidFill>
                        <a:latin typeface="Pretendard Variable SemiBold" panose="02000003000000020004" pitchFamily="2" charset="-127"/>
                        <a:ea typeface="Pretendard Variable SemiBold" panose="02000003000000020004" pitchFamily="2" charset="-127"/>
                        <a:cs typeface="Pretendard Variable SemiBold" panose="02000003000000020004" pitchFamily="2" charset="-127"/>
                      </a:endParaRPr>
                    </a:p>
                  </a:txBody>
                  <a:tcPr marL="4265" marR="4265" marT="4265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1" i="0" kern="1200" dirty="0">
                          <a:ln>
                            <a:solidFill>
                              <a:srgbClr val="4472C4">
                                <a:alpha val="0"/>
                              </a:srgbClr>
                            </a:solidFill>
                          </a:ln>
                          <a:solidFill>
                            <a:srgbClr val="202946"/>
                          </a:solidFill>
                          <a:latin typeface="Pretendard Variable SemiBold" panose="02000003000000020004" pitchFamily="2" charset="-127"/>
                          <a:ea typeface="Pretendard Variable SemiBold" panose="02000003000000020004" pitchFamily="2" charset="-127"/>
                          <a:cs typeface="Pretendard Variable SemiBold" panose="02000003000000020004" pitchFamily="2" charset="-127"/>
                        </a:rPr>
                        <a:t> 영양소 자동 분석 시작</a:t>
                      </a:r>
                      <a:endParaRPr lang="en-US" altLang="ko-KR" sz="1000" b="1" i="0" kern="1200" dirty="0">
                        <a:ln>
                          <a:solidFill>
                            <a:srgbClr val="4472C4">
                              <a:alpha val="0"/>
                            </a:srgbClr>
                          </a:solidFill>
                        </a:ln>
                        <a:solidFill>
                          <a:srgbClr val="202946"/>
                        </a:solidFill>
                        <a:latin typeface="Pretendard Variable SemiBold" panose="02000003000000020004" pitchFamily="2" charset="-127"/>
                        <a:ea typeface="Pretendard Variable SemiBold" panose="02000003000000020004" pitchFamily="2" charset="-127"/>
                        <a:cs typeface="Pretendard Variable SemiBold" panose="02000003000000020004" pitchFamily="2" charset="-127"/>
                      </a:endParaRPr>
                    </a:p>
                    <a:p>
                      <a:pPr algn="l" fontAlgn="ctr">
                        <a:buNone/>
                      </a:pPr>
                      <a:r>
                        <a:rPr lang="ko-KR" altLang="en-US" sz="1000" b="1" i="0" kern="1200" dirty="0">
                          <a:ln>
                            <a:solidFill>
                              <a:srgbClr val="4472C4">
                                <a:alpha val="0"/>
                              </a:srgbClr>
                            </a:solidFill>
                          </a:ln>
                          <a:solidFill>
                            <a:srgbClr val="202946"/>
                          </a:solidFill>
                          <a:latin typeface="Pretendard Variable SemiBold" panose="02000003000000020004" pitchFamily="2" charset="-127"/>
                          <a:ea typeface="Pretendard Variable SemiBold" panose="02000003000000020004" pitchFamily="2" charset="-127"/>
                          <a:cs typeface="Pretendard Variable SemiBold" panose="02000003000000020004" pitchFamily="2" charset="-127"/>
                        </a:rPr>
                        <a:t> </a:t>
                      </a:r>
                      <a:r>
                        <a:rPr lang="en-US" altLang="ko-KR" sz="1000" b="1" i="0" kern="1200" dirty="0">
                          <a:ln>
                            <a:solidFill>
                              <a:srgbClr val="4472C4">
                                <a:alpha val="0"/>
                              </a:srgbClr>
                            </a:solidFill>
                          </a:ln>
                          <a:solidFill>
                            <a:srgbClr val="202946"/>
                          </a:solidFill>
                          <a:latin typeface="Pretendard Variable SemiBold" panose="02000003000000020004" pitchFamily="2" charset="-127"/>
                          <a:ea typeface="Pretendard Variable SemiBold" panose="02000003000000020004" pitchFamily="2" charset="-127"/>
                          <a:cs typeface="Pretendard Variable SemiBold" panose="02000003000000020004" pitchFamily="2" charset="-127"/>
                        </a:rPr>
                        <a:t>-</a:t>
                      </a:r>
                      <a:r>
                        <a:rPr lang="ko-KR" altLang="en-US" sz="1000" b="1" i="0" kern="1200" dirty="0">
                          <a:ln>
                            <a:solidFill>
                              <a:srgbClr val="4472C4">
                                <a:alpha val="0"/>
                              </a:srgbClr>
                            </a:solidFill>
                          </a:ln>
                          <a:solidFill>
                            <a:srgbClr val="202946"/>
                          </a:solidFill>
                          <a:latin typeface="Pretendard Variable SemiBold" panose="02000003000000020004" pitchFamily="2" charset="-127"/>
                          <a:ea typeface="Pretendard Variable SemiBold" panose="02000003000000020004" pitchFamily="2" charset="-127"/>
                          <a:cs typeface="Pretendard Variable SemiBold" panose="02000003000000020004" pitchFamily="2" charset="-127"/>
                        </a:rPr>
                        <a:t> 입력된 정보로 영양소 분석 및 고콜레스테롤 예측 시작 </a:t>
                      </a:r>
                      <a:endParaRPr lang="en-US" altLang="ko-KR" sz="1000" b="1" i="0" kern="1200" dirty="0">
                        <a:ln>
                          <a:solidFill>
                            <a:srgbClr val="4472C4">
                              <a:alpha val="0"/>
                            </a:srgbClr>
                          </a:solidFill>
                        </a:ln>
                        <a:solidFill>
                          <a:srgbClr val="202946"/>
                        </a:solidFill>
                        <a:latin typeface="Pretendard Variable SemiBold" panose="02000003000000020004" pitchFamily="2" charset="-127"/>
                        <a:ea typeface="Pretendard Variable SemiBold" panose="02000003000000020004" pitchFamily="2" charset="-127"/>
                        <a:cs typeface="Pretendard Variable SemiBold" panose="02000003000000020004" pitchFamily="2" charset="-127"/>
                      </a:endParaRPr>
                    </a:p>
                  </a:txBody>
                  <a:tcPr marL="4265" marR="4265" marT="426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920587223"/>
                  </a:ext>
                </a:extLst>
              </a:tr>
            </a:tbl>
          </a:graphicData>
        </a:graphic>
      </p:graphicFrame>
      <p:pic>
        <p:nvPicPr>
          <p:cNvPr id="2" name="그림 1">
            <a:extLst>
              <a:ext uri="{FF2B5EF4-FFF2-40B4-BE49-F238E27FC236}">
                <a16:creationId xmlns:a16="http://schemas.microsoft.com/office/drawing/2014/main" id="{3BB02045-6043-46D3-DDE6-16D627361B55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01356" y="1504750"/>
            <a:ext cx="7772400" cy="3504572"/>
          </a:xfrm>
          <a:prstGeom prst="rect">
            <a:avLst/>
          </a:prstGeom>
        </p:spPr>
      </p:pic>
      <p:pic>
        <p:nvPicPr>
          <p:cNvPr id="7" name="그림 6">
            <a:extLst>
              <a:ext uri="{FF2B5EF4-FFF2-40B4-BE49-F238E27FC236}">
                <a16:creationId xmlns:a16="http://schemas.microsoft.com/office/drawing/2014/main" id="{C2C9F60A-B84A-6BB0-3731-11171FFAD03C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05691" y="4899643"/>
            <a:ext cx="7772400" cy="842036"/>
          </a:xfrm>
          <a:prstGeom prst="rect">
            <a:avLst/>
          </a:prstGeom>
        </p:spPr>
      </p:pic>
      <p:sp>
        <p:nvSpPr>
          <p:cNvPr id="8" name="타원 7">
            <a:extLst>
              <a:ext uri="{FF2B5EF4-FFF2-40B4-BE49-F238E27FC236}">
                <a16:creationId xmlns:a16="http://schemas.microsoft.com/office/drawing/2014/main" id="{66FF7222-714F-91D1-FCB7-2DF36E756234}"/>
              </a:ext>
            </a:extLst>
          </p:cNvPr>
          <p:cNvSpPr/>
          <p:nvPr/>
        </p:nvSpPr>
        <p:spPr>
          <a:xfrm>
            <a:off x="43858" y="2745403"/>
            <a:ext cx="322673" cy="322673"/>
          </a:xfrm>
          <a:prstGeom prst="ellipse">
            <a:avLst/>
          </a:prstGeom>
          <a:solidFill>
            <a:srgbClr val="FFC0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b="1" dirty="0">
                <a:solidFill>
                  <a:schemeClr val="bg1"/>
                </a:solidFill>
                <a:latin typeface="Pretendard Variable Black" panose="02000003000000020004" pitchFamily="2" charset="-127"/>
                <a:ea typeface="Pretendard Variable Black" panose="02000003000000020004" pitchFamily="2" charset="-127"/>
                <a:cs typeface="Pretendard Variable Black" panose="02000003000000020004" pitchFamily="2" charset="-127"/>
              </a:rPr>
              <a:t>1</a:t>
            </a:r>
            <a:endParaRPr lang="ko-KR" altLang="en-US" b="1" dirty="0">
              <a:solidFill>
                <a:schemeClr val="bg1"/>
              </a:solidFill>
              <a:latin typeface="Pretendard Variable Black" panose="02000003000000020004" pitchFamily="2" charset="-127"/>
              <a:ea typeface="Pretendard Variable Black" panose="02000003000000020004" pitchFamily="2" charset="-127"/>
              <a:cs typeface="Pretendard Variable Black" panose="02000003000000020004" pitchFamily="2" charset="-127"/>
            </a:endParaRPr>
          </a:p>
        </p:txBody>
      </p:sp>
      <p:sp>
        <p:nvSpPr>
          <p:cNvPr id="13" name="타원 12">
            <a:extLst>
              <a:ext uri="{FF2B5EF4-FFF2-40B4-BE49-F238E27FC236}">
                <a16:creationId xmlns:a16="http://schemas.microsoft.com/office/drawing/2014/main" id="{F0984B4D-BD55-C5F3-3B5B-133406F5ED0C}"/>
              </a:ext>
            </a:extLst>
          </p:cNvPr>
          <p:cNvSpPr/>
          <p:nvPr/>
        </p:nvSpPr>
        <p:spPr>
          <a:xfrm>
            <a:off x="43858" y="3283088"/>
            <a:ext cx="322673" cy="322673"/>
          </a:xfrm>
          <a:prstGeom prst="ellipse">
            <a:avLst/>
          </a:prstGeom>
          <a:solidFill>
            <a:srgbClr val="FFC0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b="1" dirty="0">
                <a:solidFill>
                  <a:schemeClr val="bg1"/>
                </a:solidFill>
                <a:latin typeface="Pretendard Variable Black" panose="02000003000000020004" pitchFamily="2" charset="-127"/>
                <a:ea typeface="Pretendard Variable Black" panose="02000003000000020004" pitchFamily="2" charset="-127"/>
                <a:cs typeface="Pretendard Variable Black" panose="02000003000000020004" pitchFamily="2" charset="-127"/>
              </a:rPr>
              <a:t>2</a:t>
            </a:r>
            <a:endParaRPr lang="ko-KR" altLang="en-US" b="1" dirty="0">
              <a:solidFill>
                <a:schemeClr val="bg1"/>
              </a:solidFill>
              <a:latin typeface="Pretendard Variable Black" panose="02000003000000020004" pitchFamily="2" charset="-127"/>
              <a:ea typeface="Pretendard Variable Black" panose="02000003000000020004" pitchFamily="2" charset="-127"/>
              <a:cs typeface="Pretendard Variable Black" panose="02000003000000020004" pitchFamily="2" charset="-127"/>
            </a:endParaRPr>
          </a:p>
        </p:txBody>
      </p:sp>
      <p:sp>
        <p:nvSpPr>
          <p:cNvPr id="24" name="타원 23">
            <a:extLst>
              <a:ext uri="{FF2B5EF4-FFF2-40B4-BE49-F238E27FC236}">
                <a16:creationId xmlns:a16="http://schemas.microsoft.com/office/drawing/2014/main" id="{ACC43C86-3433-BBE4-1569-E3E08032E638}"/>
              </a:ext>
            </a:extLst>
          </p:cNvPr>
          <p:cNvSpPr/>
          <p:nvPr/>
        </p:nvSpPr>
        <p:spPr>
          <a:xfrm>
            <a:off x="43858" y="4978676"/>
            <a:ext cx="322673" cy="322673"/>
          </a:xfrm>
          <a:prstGeom prst="ellipse">
            <a:avLst/>
          </a:prstGeom>
          <a:solidFill>
            <a:srgbClr val="FFC0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b="1" dirty="0">
                <a:solidFill>
                  <a:schemeClr val="bg1"/>
                </a:solidFill>
                <a:latin typeface="Pretendard Variable Black" panose="02000003000000020004" pitchFamily="2" charset="-127"/>
                <a:ea typeface="Pretendard Variable Black" panose="02000003000000020004" pitchFamily="2" charset="-127"/>
                <a:cs typeface="Pretendard Variable Black" panose="02000003000000020004" pitchFamily="2" charset="-127"/>
              </a:rPr>
              <a:t>3</a:t>
            </a:r>
            <a:endParaRPr lang="ko-KR" altLang="en-US" b="1" dirty="0">
              <a:solidFill>
                <a:schemeClr val="bg1"/>
              </a:solidFill>
              <a:latin typeface="Pretendard Variable Black" panose="02000003000000020004" pitchFamily="2" charset="-127"/>
              <a:ea typeface="Pretendard Variable Black" panose="02000003000000020004" pitchFamily="2" charset="-127"/>
              <a:cs typeface="Pretendard Variable Black" panose="02000003000000020004" pitchFamily="2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480663158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E3FCE43-132F-2E99-2C5E-7C14D403AEC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그림 4">
            <a:extLst>
              <a:ext uri="{FF2B5EF4-FFF2-40B4-BE49-F238E27FC236}">
                <a16:creationId xmlns:a16="http://schemas.microsoft.com/office/drawing/2014/main" id="{5860D813-553A-C990-D49F-1C3F3F79979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-1" y="0"/>
            <a:ext cx="12192001" cy="6861745"/>
          </a:xfrm>
          <a:prstGeom prst="rect">
            <a:avLst/>
          </a:prstGeom>
        </p:spPr>
      </p:pic>
      <p:sp>
        <p:nvSpPr>
          <p:cNvPr id="10" name="모서리가 둥근 직사각형 9">
            <a:extLst>
              <a:ext uri="{FF2B5EF4-FFF2-40B4-BE49-F238E27FC236}">
                <a16:creationId xmlns:a16="http://schemas.microsoft.com/office/drawing/2014/main" id="{65B865D9-A0C2-851D-DD62-BC7A805CAB8A}"/>
              </a:ext>
            </a:extLst>
          </p:cNvPr>
          <p:cNvSpPr/>
          <p:nvPr/>
        </p:nvSpPr>
        <p:spPr>
          <a:xfrm flipH="1">
            <a:off x="375874" y="407856"/>
            <a:ext cx="45719" cy="641829"/>
          </a:xfrm>
          <a:prstGeom prst="roundRect">
            <a:avLst/>
          </a:prstGeom>
          <a:solidFill>
            <a:srgbClr val="20307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ko-KR" altLang="en-US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ED4C1006-86D8-15E3-06BF-7584030223F4}"/>
              </a:ext>
            </a:extLst>
          </p:cNvPr>
          <p:cNvSpPr txBox="1"/>
          <p:nvPr/>
        </p:nvSpPr>
        <p:spPr>
          <a:xfrm>
            <a:off x="519779" y="358229"/>
            <a:ext cx="9823121" cy="73866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2600" b="1" dirty="0">
                <a:solidFill>
                  <a:srgbClr val="202946"/>
                </a:solidFill>
                <a:effectLst/>
                <a:latin typeface="Pretendard Variable ExtraBold" panose="02000003000000020004" pitchFamily="2" charset="-127"/>
                <a:ea typeface="Pretendard Variable ExtraBold" panose="02000003000000020004" pitchFamily="2" charset="-127"/>
                <a:cs typeface="Pretendard Variable ExtraBold" panose="02000003000000020004" pitchFamily="2" charset="-127"/>
              </a:rPr>
              <a:t>화면 설계서</a:t>
            </a:r>
            <a:endParaRPr lang="en-US" altLang="ko-KR" sz="2600" b="1" dirty="0">
              <a:solidFill>
                <a:srgbClr val="202946"/>
              </a:solidFill>
              <a:effectLst/>
              <a:latin typeface="Pretendard Variable ExtraBold" panose="02000003000000020004" pitchFamily="2" charset="-127"/>
              <a:ea typeface="Pretendard Variable ExtraBold" panose="02000003000000020004" pitchFamily="2" charset="-127"/>
              <a:cs typeface="Pretendard Variable ExtraBold" panose="02000003000000020004" pitchFamily="2" charset="-127"/>
            </a:endParaRPr>
          </a:p>
          <a:p>
            <a:r>
              <a:rPr lang="ko-KR" altLang="en-US" sz="1600" dirty="0">
                <a:solidFill>
                  <a:srgbClr val="4D5F8F"/>
                </a:solidFill>
                <a:latin typeface="Pretendard Variable SemiBold" panose="02000003000000020004" pitchFamily="2" charset="-127"/>
                <a:ea typeface="Pretendard Variable SemiBold" panose="02000003000000020004" pitchFamily="2" charset="-127"/>
                <a:cs typeface="Pretendard Variable SemiBold" panose="02000003000000020004" pitchFamily="2" charset="-127"/>
              </a:rPr>
              <a:t>위험도 분석 결과</a:t>
            </a:r>
            <a:endParaRPr lang="ko-KR" altLang="en-US" sz="1600" dirty="0">
              <a:solidFill>
                <a:srgbClr val="4D5F8F"/>
              </a:solidFill>
              <a:effectLst/>
              <a:latin typeface="Pretendard Variable SemiBold" panose="02000003000000020004" pitchFamily="2" charset="-127"/>
              <a:ea typeface="Pretendard Variable SemiBold" panose="02000003000000020004" pitchFamily="2" charset="-127"/>
              <a:cs typeface="Pretendard Variable SemiBold" panose="02000003000000020004" pitchFamily="2" charset="-127"/>
            </a:endParaRPr>
          </a:p>
        </p:txBody>
      </p:sp>
      <p:graphicFrame>
        <p:nvGraphicFramePr>
          <p:cNvPr id="4" name="표 3">
            <a:extLst>
              <a:ext uri="{FF2B5EF4-FFF2-40B4-BE49-F238E27FC236}">
                <a16:creationId xmlns:a16="http://schemas.microsoft.com/office/drawing/2014/main" id="{8D71C0DB-57EE-C044-1842-3F1F0298CB70}"/>
              </a:ext>
            </a:extLst>
          </p:cNvPr>
          <p:cNvGraphicFramePr>
            <a:graphicFrameLocks noGrp="1"/>
          </p:cNvGraphicFramePr>
          <p:nvPr/>
        </p:nvGraphicFramePr>
        <p:xfrm>
          <a:off x="8463343" y="1508493"/>
          <a:ext cx="3464569" cy="4233184"/>
        </p:xfrm>
        <a:graphic>
          <a:graphicData uri="http://schemas.openxmlformats.org/drawingml/2006/table">
            <a:tbl>
              <a:tblPr>
                <a:solidFill>
                  <a:srgbClr val="D9E2F0"/>
                </a:solidFill>
                <a:tableStyleId>{073A0DAA-6AF3-43AB-8588-CEC1D06C72B9}</a:tableStyleId>
              </a:tblPr>
              <a:tblGrid>
                <a:gridCol w="640007">
                  <a:extLst>
                    <a:ext uri="{9D8B030D-6E8A-4147-A177-3AD203B41FA5}">
                      <a16:colId xmlns:a16="http://schemas.microsoft.com/office/drawing/2014/main" val="3609243270"/>
                    </a:ext>
                  </a:extLst>
                </a:gridCol>
                <a:gridCol w="2824562">
                  <a:extLst>
                    <a:ext uri="{9D8B030D-6E8A-4147-A177-3AD203B41FA5}">
                      <a16:colId xmlns:a16="http://schemas.microsoft.com/office/drawing/2014/main" val="3085350586"/>
                    </a:ext>
                  </a:extLst>
                </a:gridCol>
              </a:tblGrid>
              <a:tr h="227498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kern="1200" dirty="0">
                          <a:ln>
                            <a:solidFill>
                              <a:srgbClr val="4472C4">
                                <a:alpha val="0"/>
                              </a:srgbClr>
                            </a:solidFill>
                          </a:ln>
                          <a:solidFill>
                            <a:srgbClr val="202946"/>
                          </a:solidFill>
                          <a:latin typeface="Pretendard Variable SemiBold" panose="02000003000000020004" pitchFamily="2" charset="-127"/>
                          <a:ea typeface="Pretendard Variable SemiBold" panose="02000003000000020004" pitchFamily="2" charset="-127"/>
                          <a:cs typeface="Pretendard Variable SemiBold" panose="02000003000000020004" pitchFamily="2" charset="-127"/>
                        </a:rPr>
                        <a:t>구분</a:t>
                      </a:r>
                    </a:p>
                  </a:txBody>
                  <a:tcPr marL="4265" marR="4265" marT="4265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kern="1200" dirty="0">
                          <a:ln>
                            <a:solidFill>
                              <a:srgbClr val="4472C4">
                                <a:alpha val="0"/>
                              </a:srgbClr>
                            </a:solidFill>
                          </a:ln>
                          <a:solidFill>
                            <a:srgbClr val="202946"/>
                          </a:solidFill>
                          <a:latin typeface="Pretendard Variable SemiBold" panose="02000003000000020004" pitchFamily="2" charset="-127"/>
                          <a:ea typeface="Pretendard Variable SemiBold" panose="02000003000000020004" pitchFamily="2" charset="-127"/>
                          <a:cs typeface="Pretendard Variable SemiBold" panose="02000003000000020004" pitchFamily="2" charset="-127"/>
                        </a:rPr>
                        <a:t>내용</a:t>
                      </a:r>
                    </a:p>
                  </a:txBody>
                  <a:tcPr marL="4265" marR="4265" marT="426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213331099"/>
                  </a:ext>
                </a:extLst>
              </a:tr>
              <a:tr h="2002843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altLang="ko-KR" sz="1000" b="1" i="0" kern="1200" dirty="0">
                          <a:ln>
                            <a:solidFill>
                              <a:srgbClr val="4472C4">
                                <a:alpha val="0"/>
                              </a:srgbClr>
                            </a:solidFill>
                          </a:ln>
                          <a:solidFill>
                            <a:srgbClr val="202946"/>
                          </a:solidFill>
                          <a:latin typeface="Pretendard Variable SemiBold" panose="02000003000000020004" pitchFamily="2" charset="-127"/>
                          <a:ea typeface="Pretendard Variable SemiBold" panose="02000003000000020004" pitchFamily="2" charset="-127"/>
                          <a:cs typeface="Pretendard Variable SemiBold" panose="02000003000000020004" pitchFamily="2" charset="-127"/>
                        </a:rPr>
                        <a:t>1</a:t>
                      </a:r>
                      <a:endParaRPr lang="ko-KR" altLang="en-US" sz="1000" b="1" i="0" kern="1200" dirty="0">
                        <a:ln>
                          <a:solidFill>
                            <a:srgbClr val="4472C4">
                              <a:alpha val="0"/>
                            </a:srgbClr>
                          </a:solidFill>
                        </a:ln>
                        <a:solidFill>
                          <a:srgbClr val="202946"/>
                        </a:solidFill>
                        <a:latin typeface="Pretendard Variable SemiBold" panose="02000003000000020004" pitchFamily="2" charset="-127"/>
                        <a:ea typeface="Pretendard Variable SemiBold" panose="02000003000000020004" pitchFamily="2" charset="-127"/>
                        <a:cs typeface="Pretendard Variable SemiBold" panose="02000003000000020004" pitchFamily="2" charset="-127"/>
                      </a:endParaRPr>
                    </a:p>
                  </a:txBody>
                  <a:tcPr marL="4265" marR="4265" marT="4265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1" i="0" kern="1200" dirty="0">
                          <a:ln>
                            <a:solidFill>
                              <a:srgbClr val="4472C4">
                                <a:alpha val="0"/>
                              </a:srgbClr>
                            </a:solidFill>
                          </a:ln>
                          <a:solidFill>
                            <a:srgbClr val="202946"/>
                          </a:solidFill>
                          <a:latin typeface="Pretendard Variable SemiBold" panose="02000003000000020004" pitchFamily="2" charset="-127"/>
                          <a:ea typeface="Pretendard Variable SemiBold" panose="02000003000000020004" pitchFamily="2" charset="-127"/>
                          <a:cs typeface="Pretendard Variable SemiBold" panose="02000003000000020004" pitchFamily="2" charset="-127"/>
                        </a:rPr>
                        <a:t> 예측 결과 노출</a:t>
                      </a:r>
                      <a:endParaRPr lang="en-US" altLang="ko-KR" sz="1000" b="1" i="0" kern="1200" dirty="0">
                        <a:ln>
                          <a:solidFill>
                            <a:srgbClr val="4472C4">
                              <a:alpha val="0"/>
                            </a:srgbClr>
                          </a:solidFill>
                        </a:ln>
                        <a:solidFill>
                          <a:srgbClr val="202946"/>
                        </a:solidFill>
                        <a:latin typeface="Pretendard Variable SemiBold" panose="02000003000000020004" pitchFamily="2" charset="-127"/>
                        <a:ea typeface="Pretendard Variable SemiBold" panose="02000003000000020004" pitchFamily="2" charset="-127"/>
                        <a:cs typeface="Pretendard Variable SemiBold" panose="02000003000000020004" pitchFamily="2" charset="-127"/>
                      </a:endParaRPr>
                    </a:p>
                    <a:p>
                      <a:pPr algn="l" fontAlgn="ctr">
                        <a:buNone/>
                      </a:pPr>
                      <a:r>
                        <a:rPr lang="ko-KR" altLang="en-US" sz="1000" b="1" i="0" kern="1200" dirty="0">
                          <a:ln>
                            <a:solidFill>
                              <a:srgbClr val="4472C4">
                                <a:alpha val="0"/>
                              </a:srgbClr>
                            </a:solidFill>
                          </a:ln>
                          <a:solidFill>
                            <a:srgbClr val="202946"/>
                          </a:solidFill>
                          <a:latin typeface="Pretendard Variable SemiBold" panose="02000003000000020004" pitchFamily="2" charset="-127"/>
                          <a:ea typeface="Pretendard Variable SemiBold" panose="02000003000000020004" pitchFamily="2" charset="-127"/>
                          <a:cs typeface="Pretendard Variable SemiBold" panose="02000003000000020004" pitchFamily="2" charset="-127"/>
                        </a:rPr>
                        <a:t> </a:t>
                      </a:r>
                      <a:r>
                        <a:rPr lang="en-US" altLang="ko-KR" sz="1000" b="1" i="0" kern="1200" dirty="0">
                          <a:ln>
                            <a:solidFill>
                              <a:srgbClr val="4472C4">
                                <a:alpha val="0"/>
                              </a:srgbClr>
                            </a:solidFill>
                          </a:ln>
                          <a:solidFill>
                            <a:srgbClr val="202946"/>
                          </a:solidFill>
                          <a:latin typeface="Pretendard Variable SemiBold" panose="02000003000000020004" pitchFamily="2" charset="-127"/>
                          <a:ea typeface="Pretendard Variable SemiBold" panose="02000003000000020004" pitchFamily="2" charset="-127"/>
                          <a:cs typeface="Pretendard Variable SemiBold" panose="02000003000000020004" pitchFamily="2" charset="-127"/>
                        </a:rPr>
                        <a:t>-</a:t>
                      </a:r>
                      <a:r>
                        <a:rPr lang="ko-KR" altLang="en-US" sz="1000" b="1" i="0" kern="1200" dirty="0">
                          <a:ln>
                            <a:solidFill>
                              <a:srgbClr val="4472C4">
                                <a:alpha val="0"/>
                              </a:srgbClr>
                            </a:solidFill>
                          </a:ln>
                          <a:solidFill>
                            <a:srgbClr val="202946"/>
                          </a:solidFill>
                          <a:latin typeface="Pretendard Variable SemiBold" panose="02000003000000020004" pitchFamily="2" charset="-127"/>
                          <a:ea typeface="Pretendard Variable SemiBold" panose="02000003000000020004" pitchFamily="2" charset="-127"/>
                          <a:cs typeface="Pretendard Variable SemiBold" panose="02000003000000020004" pitchFamily="2" charset="-127"/>
                        </a:rPr>
                        <a:t> 총 콜레스테롤 예측 결과 노출</a:t>
                      </a:r>
                      <a:endParaRPr lang="en-US" altLang="ko-KR" sz="1000" b="1" i="0" kern="1200" dirty="0">
                        <a:ln>
                          <a:solidFill>
                            <a:srgbClr val="4472C4">
                              <a:alpha val="0"/>
                            </a:srgbClr>
                          </a:solidFill>
                        </a:ln>
                        <a:solidFill>
                          <a:srgbClr val="202946"/>
                        </a:solidFill>
                        <a:latin typeface="Pretendard Variable SemiBold" panose="02000003000000020004" pitchFamily="2" charset="-127"/>
                        <a:ea typeface="Pretendard Variable SemiBold" panose="02000003000000020004" pitchFamily="2" charset="-127"/>
                        <a:cs typeface="Pretendard Variable SemiBold" panose="02000003000000020004" pitchFamily="2" charset="-127"/>
                      </a:endParaRPr>
                    </a:p>
                    <a:p>
                      <a:pPr algn="l" fontAlgn="ctr">
                        <a:buNone/>
                      </a:pPr>
                      <a:r>
                        <a:rPr lang="ko-KR" altLang="en-US" sz="1000" b="1" i="0" kern="1200" dirty="0">
                          <a:ln>
                            <a:solidFill>
                              <a:srgbClr val="4472C4">
                                <a:alpha val="0"/>
                              </a:srgbClr>
                            </a:solidFill>
                          </a:ln>
                          <a:solidFill>
                            <a:srgbClr val="202946"/>
                          </a:solidFill>
                          <a:latin typeface="Pretendard Variable SemiBold" panose="02000003000000020004" pitchFamily="2" charset="-127"/>
                          <a:ea typeface="Pretendard Variable SemiBold" panose="02000003000000020004" pitchFamily="2" charset="-127"/>
                          <a:cs typeface="Pretendard Variable SemiBold" panose="02000003000000020004" pitchFamily="2" charset="-127"/>
                        </a:rPr>
                        <a:t> </a:t>
                      </a:r>
                      <a:r>
                        <a:rPr lang="en-US" altLang="ko-KR" sz="1000" b="1" i="0" kern="1200" dirty="0">
                          <a:ln>
                            <a:solidFill>
                              <a:srgbClr val="4472C4">
                                <a:alpha val="0"/>
                              </a:srgbClr>
                            </a:solidFill>
                          </a:ln>
                          <a:solidFill>
                            <a:srgbClr val="202946"/>
                          </a:solidFill>
                          <a:latin typeface="Pretendard Variable SemiBold" panose="02000003000000020004" pitchFamily="2" charset="-127"/>
                          <a:ea typeface="Pretendard Variable SemiBold" panose="02000003000000020004" pitchFamily="2" charset="-127"/>
                          <a:cs typeface="Pretendard Variable SemiBold" panose="02000003000000020004" pitchFamily="2" charset="-127"/>
                        </a:rPr>
                        <a:t>-</a:t>
                      </a:r>
                      <a:r>
                        <a:rPr lang="ko-KR" altLang="en-US" sz="1000" b="1" i="0" kern="1200" dirty="0">
                          <a:ln>
                            <a:solidFill>
                              <a:srgbClr val="4472C4">
                                <a:alpha val="0"/>
                              </a:srgbClr>
                            </a:solidFill>
                          </a:ln>
                          <a:solidFill>
                            <a:srgbClr val="202946"/>
                          </a:solidFill>
                          <a:latin typeface="Pretendard Variable SemiBold" panose="02000003000000020004" pitchFamily="2" charset="-127"/>
                          <a:ea typeface="Pretendard Variable SemiBold" panose="02000003000000020004" pitchFamily="2" charset="-127"/>
                          <a:cs typeface="Pretendard Variable SemiBold" panose="02000003000000020004" pitchFamily="2" charset="-127"/>
                        </a:rPr>
                        <a:t> 위험도 등급 노출</a:t>
                      </a:r>
                      <a:endParaRPr lang="en-US" altLang="ko-KR" sz="1000" b="1" i="0" kern="1200" dirty="0">
                        <a:ln>
                          <a:solidFill>
                            <a:srgbClr val="4472C4">
                              <a:alpha val="0"/>
                            </a:srgbClr>
                          </a:solidFill>
                        </a:ln>
                        <a:solidFill>
                          <a:srgbClr val="202946"/>
                        </a:solidFill>
                        <a:latin typeface="Pretendard Variable SemiBold" panose="02000003000000020004" pitchFamily="2" charset="-127"/>
                        <a:ea typeface="Pretendard Variable SemiBold" panose="02000003000000020004" pitchFamily="2" charset="-127"/>
                        <a:cs typeface="Pretendard Variable SemiBold" panose="02000003000000020004" pitchFamily="2" charset="-127"/>
                      </a:endParaRPr>
                    </a:p>
                    <a:p>
                      <a:pPr algn="l" fontAlgn="ctr">
                        <a:buNone/>
                      </a:pPr>
                      <a:r>
                        <a:rPr lang="ko-KR" altLang="en-US" sz="1000" b="1" i="0" kern="1200" dirty="0">
                          <a:ln>
                            <a:solidFill>
                              <a:srgbClr val="4472C4">
                                <a:alpha val="0"/>
                              </a:srgbClr>
                            </a:solidFill>
                          </a:ln>
                          <a:solidFill>
                            <a:srgbClr val="202946"/>
                          </a:solidFill>
                          <a:latin typeface="Pretendard Variable SemiBold" panose="02000003000000020004" pitchFamily="2" charset="-127"/>
                          <a:ea typeface="Pretendard Variable SemiBold" panose="02000003000000020004" pitchFamily="2" charset="-127"/>
                          <a:cs typeface="Pretendard Variable SemiBold" panose="02000003000000020004" pitchFamily="2" charset="-127"/>
                        </a:rPr>
                        <a:t> </a:t>
                      </a:r>
                      <a:r>
                        <a:rPr lang="en-US" altLang="ko-KR" sz="1000" b="1" i="0" kern="1200" dirty="0">
                          <a:ln>
                            <a:solidFill>
                              <a:srgbClr val="4472C4">
                                <a:alpha val="0"/>
                              </a:srgbClr>
                            </a:solidFill>
                          </a:ln>
                          <a:solidFill>
                            <a:srgbClr val="202946"/>
                          </a:solidFill>
                          <a:latin typeface="Pretendard Variable SemiBold" panose="02000003000000020004" pitchFamily="2" charset="-127"/>
                          <a:ea typeface="Pretendard Variable SemiBold" panose="02000003000000020004" pitchFamily="2" charset="-127"/>
                          <a:cs typeface="Pretendard Variable SemiBold" panose="02000003000000020004" pitchFamily="2" charset="-127"/>
                        </a:rPr>
                        <a:t>-</a:t>
                      </a:r>
                      <a:r>
                        <a:rPr lang="ko-KR" altLang="en-US" sz="1000" b="1" i="0" kern="1200" dirty="0">
                          <a:ln>
                            <a:solidFill>
                              <a:srgbClr val="4472C4">
                                <a:alpha val="0"/>
                              </a:srgbClr>
                            </a:solidFill>
                          </a:ln>
                          <a:solidFill>
                            <a:srgbClr val="202946"/>
                          </a:solidFill>
                          <a:latin typeface="Pretendard Variable SemiBold" panose="02000003000000020004" pitchFamily="2" charset="-127"/>
                          <a:ea typeface="Pretendard Variable SemiBold" panose="02000003000000020004" pitchFamily="2" charset="-127"/>
                          <a:cs typeface="Pretendard Variable SemiBold" panose="02000003000000020004" pitchFamily="2" charset="-127"/>
                        </a:rPr>
                        <a:t> 영양소 섭취 패턴 노출</a:t>
                      </a:r>
                      <a:endParaRPr lang="en-US" altLang="ko-KR" sz="1000" b="1" i="0" kern="1200" dirty="0">
                        <a:ln>
                          <a:solidFill>
                            <a:srgbClr val="4472C4">
                              <a:alpha val="0"/>
                            </a:srgbClr>
                          </a:solidFill>
                        </a:ln>
                        <a:solidFill>
                          <a:srgbClr val="202946"/>
                        </a:solidFill>
                        <a:latin typeface="Pretendard Variable SemiBold" panose="02000003000000020004" pitchFamily="2" charset="-127"/>
                        <a:ea typeface="Pretendard Variable SemiBold" panose="02000003000000020004" pitchFamily="2" charset="-127"/>
                        <a:cs typeface="Pretendard Variable SemiBold" panose="02000003000000020004" pitchFamily="2" charset="-127"/>
                      </a:endParaRPr>
                    </a:p>
                  </a:txBody>
                  <a:tcPr marL="4265" marR="4265" marT="426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765427849"/>
                  </a:ext>
                </a:extLst>
              </a:tr>
              <a:tr h="2002843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altLang="ko-KR" sz="1000" b="1" i="0" kern="1200" dirty="0">
                          <a:ln>
                            <a:solidFill>
                              <a:srgbClr val="4472C4">
                                <a:alpha val="0"/>
                              </a:srgbClr>
                            </a:solidFill>
                          </a:ln>
                          <a:solidFill>
                            <a:srgbClr val="202946"/>
                          </a:solidFill>
                          <a:latin typeface="Pretendard Variable SemiBold" panose="02000003000000020004" pitchFamily="2" charset="-127"/>
                          <a:ea typeface="Pretendard Variable SemiBold" panose="02000003000000020004" pitchFamily="2" charset="-127"/>
                          <a:cs typeface="Pretendard Variable SemiBold" panose="02000003000000020004" pitchFamily="2" charset="-127"/>
                        </a:rPr>
                        <a:t>2</a:t>
                      </a:r>
                      <a:endParaRPr lang="en-US" sz="1000" b="1" i="0" kern="1200" dirty="0">
                        <a:ln>
                          <a:solidFill>
                            <a:srgbClr val="4472C4">
                              <a:alpha val="0"/>
                            </a:srgbClr>
                          </a:solidFill>
                        </a:ln>
                        <a:solidFill>
                          <a:srgbClr val="202946"/>
                        </a:solidFill>
                        <a:latin typeface="Pretendard Variable SemiBold" panose="02000003000000020004" pitchFamily="2" charset="-127"/>
                        <a:ea typeface="Pretendard Variable SemiBold" panose="02000003000000020004" pitchFamily="2" charset="-127"/>
                        <a:cs typeface="Pretendard Variable SemiBold" panose="02000003000000020004" pitchFamily="2" charset="-127"/>
                      </a:endParaRPr>
                    </a:p>
                  </a:txBody>
                  <a:tcPr marL="4265" marR="4265" marT="4265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1" i="0" kern="1200" dirty="0">
                          <a:ln>
                            <a:solidFill>
                              <a:srgbClr val="4472C4">
                                <a:alpha val="0"/>
                              </a:srgbClr>
                            </a:solidFill>
                          </a:ln>
                          <a:solidFill>
                            <a:srgbClr val="202946"/>
                          </a:solidFill>
                          <a:latin typeface="Pretendard Variable SemiBold" panose="02000003000000020004" pitchFamily="2" charset="-127"/>
                          <a:ea typeface="Pretendard Variable SemiBold" panose="02000003000000020004" pitchFamily="2" charset="-127"/>
                          <a:cs typeface="Pretendard Variable SemiBold" panose="02000003000000020004" pitchFamily="2" charset="-127"/>
                        </a:rPr>
                        <a:t> </a:t>
                      </a:r>
                      <a:r>
                        <a:rPr lang="ko-KR" altLang="en-US" sz="1000" b="1" i="0" kern="1200" dirty="0" err="1">
                          <a:ln>
                            <a:solidFill>
                              <a:srgbClr val="4472C4">
                                <a:alpha val="0"/>
                              </a:srgbClr>
                            </a:solidFill>
                          </a:ln>
                          <a:solidFill>
                            <a:srgbClr val="202946"/>
                          </a:solidFill>
                          <a:latin typeface="Pretendard Variable SemiBold" panose="02000003000000020004" pitchFamily="2" charset="-127"/>
                          <a:ea typeface="Pretendard Variable SemiBold" panose="02000003000000020004" pitchFamily="2" charset="-127"/>
                          <a:cs typeface="Pretendard Variable SemiBold" panose="02000003000000020004" pitchFamily="2" charset="-127"/>
                        </a:rPr>
                        <a:t>메인화면으로</a:t>
                      </a:r>
                      <a:r>
                        <a:rPr lang="ko-KR" altLang="en-US" sz="1000" b="1" i="0" kern="1200" dirty="0">
                          <a:ln>
                            <a:solidFill>
                              <a:srgbClr val="4472C4">
                                <a:alpha val="0"/>
                              </a:srgbClr>
                            </a:solidFill>
                          </a:ln>
                          <a:solidFill>
                            <a:srgbClr val="202946"/>
                          </a:solidFill>
                          <a:latin typeface="Pretendard Variable SemiBold" panose="02000003000000020004" pitchFamily="2" charset="-127"/>
                          <a:ea typeface="Pretendard Variable SemiBold" panose="02000003000000020004" pitchFamily="2" charset="-127"/>
                          <a:cs typeface="Pretendard Variable SemiBold" panose="02000003000000020004" pitchFamily="2" charset="-127"/>
                        </a:rPr>
                        <a:t> 돌아가기</a:t>
                      </a:r>
                      <a:endParaRPr lang="en-US" altLang="ko-KR" sz="1000" b="1" i="0" kern="1200" dirty="0">
                        <a:ln>
                          <a:solidFill>
                            <a:srgbClr val="4472C4">
                              <a:alpha val="0"/>
                            </a:srgbClr>
                          </a:solidFill>
                        </a:ln>
                        <a:solidFill>
                          <a:srgbClr val="202946"/>
                        </a:solidFill>
                        <a:latin typeface="Pretendard Variable SemiBold" panose="02000003000000020004" pitchFamily="2" charset="-127"/>
                        <a:ea typeface="Pretendard Variable SemiBold" panose="02000003000000020004" pitchFamily="2" charset="-127"/>
                        <a:cs typeface="Pretendard Variable SemiBold" panose="02000003000000020004" pitchFamily="2" charset="-127"/>
                      </a:endParaRPr>
                    </a:p>
                    <a:p>
                      <a:pPr algn="l" fontAlgn="ctr">
                        <a:buNone/>
                      </a:pPr>
                      <a:r>
                        <a:rPr lang="ko-KR" altLang="en-US" sz="1000" b="1" i="0" kern="1200" dirty="0">
                          <a:ln>
                            <a:solidFill>
                              <a:srgbClr val="4472C4">
                                <a:alpha val="0"/>
                              </a:srgbClr>
                            </a:solidFill>
                          </a:ln>
                          <a:solidFill>
                            <a:srgbClr val="202946"/>
                          </a:solidFill>
                          <a:latin typeface="Pretendard Variable SemiBold" panose="02000003000000020004" pitchFamily="2" charset="-127"/>
                          <a:ea typeface="Pretendard Variable SemiBold" panose="02000003000000020004" pitchFamily="2" charset="-127"/>
                          <a:cs typeface="Pretendard Variable SemiBold" panose="02000003000000020004" pitchFamily="2" charset="-127"/>
                        </a:rPr>
                        <a:t> </a:t>
                      </a:r>
                      <a:r>
                        <a:rPr lang="en-US" altLang="ko-KR" sz="1000" b="1" i="0" kern="1200" dirty="0">
                          <a:ln>
                            <a:solidFill>
                              <a:srgbClr val="4472C4">
                                <a:alpha val="0"/>
                              </a:srgbClr>
                            </a:solidFill>
                          </a:ln>
                          <a:solidFill>
                            <a:srgbClr val="202946"/>
                          </a:solidFill>
                          <a:latin typeface="Pretendard Variable SemiBold" panose="02000003000000020004" pitchFamily="2" charset="-127"/>
                          <a:ea typeface="Pretendard Variable SemiBold" panose="02000003000000020004" pitchFamily="2" charset="-127"/>
                          <a:cs typeface="Pretendard Variable SemiBold" panose="02000003000000020004" pitchFamily="2" charset="-127"/>
                        </a:rPr>
                        <a:t>-</a:t>
                      </a:r>
                      <a:r>
                        <a:rPr lang="ko-KR" altLang="en-US" sz="1000" b="1" i="0" kern="1200" dirty="0">
                          <a:ln>
                            <a:solidFill>
                              <a:srgbClr val="4472C4">
                                <a:alpha val="0"/>
                              </a:srgbClr>
                            </a:solidFill>
                          </a:ln>
                          <a:solidFill>
                            <a:srgbClr val="202946"/>
                          </a:solidFill>
                          <a:latin typeface="Pretendard Variable SemiBold" panose="02000003000000020004" pitchFamily="2" charset="-127"/>
                          <a:ea typeface="Pretendard Variable SemiBold" panose="02000003000000020004" pitchFamily="2" charset="-127"/>
                          <a:cs typeface="Pretendard Variable SemiBold" panose="02000003000000020004" pitchFamily="2" charset="-127"/>
                        </a:rPr>
                        <a:t> 완료 후 </a:t>
                      </a:r>
                      <a:r>
                        <a:rPr lang="ko-KR" altLang="en-US" sz="1000" b="1" i="0" kern="1200" dirty="0" err="1">
                          <a:ln>
                            <a:solidFill>
                              <a:srgbClr val="4472C4">
                                <a:alpha val="0"/>
                              </a:srgbClr>
                            </a:solidFill>
                          </a:ln>
                          <a:solidFill>
                            <a:srgbClr val="202946"/>
                          </a:solidFill>
                          <a:latin typeface="Pretendard Variable SemiBold" panose="02000003000000020004" pitchFamily="2" charset="-127"/>
                          <a:ea typeface="Pretendard Variable SemiBold" panose="02000003000000020004" pitchFamily="2" charset="-127"/>
                          <a:cs typeface="Pretendard Variable SemiBold" panose="02000003000000020004" pitchFamily="2" charset="-127"/>
                        </a:rPr>
                        <a:t>메인화면으로</a:t>
                      </a:r>
                      <a:r>
                        <a:rPr lang="ko-KR" altLang="en-US" sz="1000" b="1" i="0" kern="1200" dirty="0">
                          <a:ln>
                            <a:solidFill>
                              <a:srgbClr val="4472C4">
                                <a:alpha val="0"/>
                              </a:srgbClr>
                            </a:solidFill>
                          </a:ln>
                          <a:solidFill>
                            <a:srgbClr val="202946"/>
                          </a:solidFill>
                          <a:latin typeface="Pretendard Variable SemiBold" panose="02000003000000020004" pitchFamily="2" charset="-127"/>
                          <a:ea typeface="Pretendard Variable SemiBold" panose="02000003000000020004" pitchFamily="2" charset="-127"/>
                          <a:cs typeface="Pretendard Variable SemiBold" panose="02000003000000020004" pitchFamily="2" charset="-127"/>
                        </a:rPr>
                        <a:t> 돌아가는 버튼 노출</a:t>
                      </a:r>
                      <a:endParaRPr lang="en-US" altLang="ko-KR" sz="1000" b="1" i="0" kern="1200" dirty="0">
                        <a:ln>
                          <a:solidFill>
                            <a:srgbClr val="4472C4">
                              <a:alpha val="0"/>
                            </a:srgbClr>
                          </a:solidFill>
                        </a:ln>
                        <a:solidFill>
                          <a:srgbClr val="202946"/>
                        </a:solidFill>
                        <a:latin typeface="Pretendard Variable SemiBold" panose="02000003000000020004" pitchFamily="2" charset="-127"/>
                        <a:ea typeface="Pretendard Variable SemiBold" panose="02000003000000020004" pitchFamily="2" charset="-127"/>
                        <a:cs typeface="Pretendard Variable SemiBold" panose="02000003000000020004" pitchFamily="2" charset="-127"/>
                      </a:endParaRPr>
                    </a:p>
                  </a:txBody>
                  <a:tcPr marL="4265" marR="4265" marT="426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920587223"/>
                  </a:ext>
                </a:extLst>
              </a:tr>
            </a:tbl>
          </a:graphicData>
        </a:graphic>
      </p:graphicFrame>
      <p:sp>
        <p:nvSpPr>
          <p:cNvPr id="15" name="타원 14">
            <a:extLst>
              <a:ext uri="{FF2B5EF4-FFF2-40B4-BE49-F238E27FC236}">
                <a16:creationId xmlns:a16="http://schemas.microsoft.com/office/drawing/2014/main" id="{0224C502-6FEA-1242-BBD3-8E063165FD29}"/>
              </a:ext>
            </a:extLst>
          </p:cNvPr>
          <p:cNvSpPr/>
          <p:nvPr/>
        </p:nvSpPr>
        <p:spPr>
          <a:xfrm>
            <a:off x="53201" y="2197580"/>
            <a:ext cx="322673" cy="322673"/>
          </a:xfrm>
          <a:prstGeom prst="ellipse">
            <a:avLst/>
          </a:prstGeom>
          <a:solidFill>
            <a:srgbClr val="FFC0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b="1" dirty="0">
                <a:solidFill>
                  <a:schemeClr val="bg1"/>
                </a:solidFill>
                <a:latin typeface="Pretendard Variable Black" panose="02000003000000020004" pitchFamily="2" charset="-127"/>
                <a:ea typeface="Pretendard Variable Black" panose="02000003000000020004" pitchFamily="2" charset="-127"/>
                <a:cs typeface="Pretendard Variable Black" panose="02000003000000020004" pitchFamily="2" charset="-127"/>
              </a:rPr>
              <a:t>1</a:t>
            </a:r>
            <a:endParaRPr lang="ko-KR" altLang="en-US" b="1" dirty="0">
              <a:solidFill>
                <a:schemeClr val="bg1"/>
              </a:solidFill>
              <a:latin typeface="Pretendard Variable Black" panose="02000003000000020004" pitchFamily="2" charset="-127"/>
              <a:ea typeface="Pretendard Variable Black" panose="02000003000000020004" pitchFamily="2" charset="-127"/>
              <a:cs typeface="Pretendard Variable Black" panose="02000003000000020004" pitchFamily="2" charset="-127"/>
            </a:endParaRPr>
          </a:p>
        </p:txBody>
      </p:sp>
      <p:sp>
        <p:nvSpPr>
          <p:cNvPr id="16" name="타원 15">
            <a:extLst>
              <a:ext uri="{FF2B5EF4-FFF2-40B4-BE49-F238E27FC236}">
                <a16:creationId xmlns:a16="http://schemas.microsoft.com/office/drawing/2014/main" id="{C1E0AFC7-B367-139A-140F-B02E2F26F921}"/>
              </a:ext>
            </a:extLst>
          </p:cNvPr>
          <p:cNvSpPr/>
          <p:nvPr/>
        </p:nvSpPr>
        <p:spPr>
          <a:xfrm>
            <a:off x="26600" y="5233301"/>
            <a:ext cx="322673" cy="322673"/>
          </a:xfrm>
          <a:prstGeom prst="ellipse">
            <a:avLst/>
          </a:prstGeom>
          <a:solidFill>
            <a:srgbClr val="FFC0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b="1" dirty="0">
                <a:solidFill>
                  <a:schemeClr val="bg1"/>
                </a:solidFill>
                <a:latin typeface="Pretendard Variable Black" panose="02000003000000020004" pitchFamily="2" charset="-127"/>
                <a:ea typeface="Pretendard Variable Black" panose="02000003000000020004" pitchFamily="2" charset="-127"/>
                <a:cs typeface="Pretendard Variable Black" panose="02000003000000020004" pitchFamily="2" charset="-127"/>
              </a:rPr>
              <a:t>2</a:t>
            </a:r>
            <a:endParaRPr lang="ko-KR" altLang="en-US" b="1" dirty="0">
              <a:solidFill>
                <a:schemeClr val="bg1"/>
              </a:solidFill>
              <a:latin typeface="Pretendard Variable Black" panose="02000003000000020004" pitchFamily="2" charset="-127"/>
              <a:ea typeface="Pretendard Variable Black" panose="02000003000000020004" pitchFamily="2" charset="-127"/>
              <a:cs typeface="Pretendard Variable Black" panose="02000003000000020004" pitchFamily="2" charset="-127"/>
            </a:endParaRPr>
          </a:p>
        </p:txBody>
      </p:sp>
      <p:pic>
        <p:nvPicPr>
          <p:cNvPr id="6" name="그림 5">
            <a:extLst>
              <a:ext uri="{FF2B5EF4-FFF2-40B4-BE49-F238E27FC236}">
                <a16:creationId xmlns:a16="http://schemas.microsoft.com/office/drawing/2014/main" id="{E7E06D1B-FBD8-2BE1-2FFF-7DC7AA5258D4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b="6411"/>
          <a:stretch>
            <a:fillRect/>
          </a:stretch>
        </p:blipFill>
        <p:spPr>
          <a:xfrm>
            <a:off x="375874" y="1504749"/>
            <a:ext cx="7772400" cy="4233184"/>
          </a:xfrm>
          <a:prstGeom prst="rect">
            <a:avLst/>
          </a:prstGeom>
        </p:spPr>
      </p:pic>
      <p:sp>
        <p:nvSpPr>
          <p:cNvPr id="7" name="직사각형 6">
            <a:extLst>
              <a:ext uri="{FF2B5EF4-FFF2-40B4-BE49-F238E27FC236}">
                <a16:creationId xmlns:a16="http://schemas.microsoft.com/office/drawing/2014/main" id="{904265C6-3409-4CC8-DD04-2A0C7BB523B4}"/>
              </a:ext>
            </a:extLst>
          </p:cNvPr>
          <p:cNvSpPr/>
          <p:nvPr/>
        </p:nvSpPr>
        <p:spPr>
          <a:xfrm flipV="1">
            <a:off x="3856383" y="5464366"/>
            <a:ext cx="685800" cy="176269"/>
          </a:xfrm>
          <a:prstGeom prst="rect">
            <a:avLst/>
          </a:prstGeom>
          <a:solidFill>
            <a:srgbClr val="1E3989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ko-KR" altLang="en-US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FA580BBF-4D3B-6937-8A68-1CCFD52EE686}"/>
              </a:ext>
            </a:extLst>
          </p:cNvPr>
          <p:cNvSpPr txBox="1"/>
          <p:nvPr/>
        </p:nvSpPr>
        <p:spPr>
          <a:xfrm>
            <a:off x="3395577" y="5442852"/>
            <a:ext cx="6108852" cy="2308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sz="900" b="1" dirty="0" err="1">
                <a:ln>
                  <a:solidFill>
                    <a:srgbClr val="4472C4">
                      <a:alpha val="0"/>
                    </a:srgbClr>
                  </a:solidFill>
                </a:ln>
                <a:solidFill>
                  <a:schemeClr val="bg1"/>
                </a:solidFill>
                <a:latin typeface="Pretendard Variable SemiBold" panose="02000003000000020004" pitchFamily="2" charset="-127"/>
                <a:ea typeface="Pretendard Variable SemiBold" panose="02000003000000020004" pitchFamily="2" charset="-127"/>
                <a:cs typeface="Pretendard Variable SemiBold" panose="02000003000000020004" pitchFamily="2" charset="-127"/>
              </a:rPr>
              <a:t>메인화면으로</a:t>
            </a:r>
            <a:r>
              <a:rPr lang="ko-KR" altLang="en-US" sz="900" b="1" dirty="0">
                <a:ln>
                  <a:solidFill>
                    <a:srgbClr val="4472C4">
                      <a:alpha val="0"/>
                    </a:srgbClr>
                  </a:solidFill>
                </a:ln>
                <a:solidFill>
                  <a:schemeClr val="bg1"/>
                </a:solidFill>
                <a:latin typeface="Pretendard Variable SemiBold" panose="02000003000000020004" pitchFamily="2" charset="-127"/>
                <a:ea typeface="Pretendard Variable SemiBold" panose="02000003000000020004" pitchFamily="2" charset="-127"/>
                <a:cs typeface="Pretendard Variable SemiBold" panose="02000003000000020004" pitchFamily="2" charset="-127"/>
              </a:rPr>
              <a:t> 돌아가기</a:t>
            </a:r>
          </a:p>
        </p:txBody>
      </p:sp>
    </p:spTree>
    <p:extLst>
      <p:ext uri="{BB962C8B-B14F-4D97-AF65-F5344CB8AC3E}">
        <p14:creationId xmlns:p14="http://schemas.microsoft.com/office/powerpoint/2010/main" val="349482868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맑은 고딕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맑은 고딕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98</TotalTime>
  <Words>479</Words>
  <Application>Microsoft Macintosh PowerPoint</Application>
  <PresentationFormat>와이드스크린</PresentationFormat>
  <Paragraphs>145</Paragraphs>
  <Slides>8</Slides>
  <Notes>7</Notes>
  <HiddenSlides>0</HiddenSlides>
  <MMClips>0</MMClips>
  <ScaleCrop>false</ScaleCrop>
  <HeadingPairs>
    <vt:vector size="6" baseType="variant">
      <vt:variant>
        <vt:lpstr>사용한 글꼴</vt:lpstr>
      </vt:variant>
      <vt:variant>
        <vt:i4>7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8</vt:i4>
      </vt:variant>
    </vt:vector>
  </HeadingPairs>
  <TitlesOfParts>
    <vt:vector size="16" baseType="lpstr">
      <vt:lpstr>맑은 고딕</vt:lpstr>
      <vt:lpstr>Gmarket Sans Medium</vt:lpstr>
      <vt:lpstr>Pretendard Variable Black</vt:lpstr>
      <vt:lpstr>Pretendard Variable ExtraBold</vt:lpstr>
      <vt:lpstr>Pretendard Variable Light</vt:lpstr>
      <vt:lpstr>Pretendard Variable SemiBold</vt:lpstr>
      <vt:lpstr>Arial</vt:lpstr>
      <vt:lpstr>Office 테마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성시영(칼리버스-칼리버스)</dc:creator>
  <cp:lastModifiedBy>성시영(칼리버스-칼리버스)</cp:lastModifiedBy>
  <cp:revision>8</cp:revision>
  <dcterms:created xsi:type="dcterms:W3CDTF">2026-03-15T14:08:55Z</dcterms:created>
  <dcterms:modified xsi:type="dcterms:W3CDTF">2026-03-20T05:13:35Z</dcterms:modified>
</cp:coreProperties>
</file>